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项目实施计划：总体里程碑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2026.09—2026.10：现场勘测、负荷数据采集、屋面结构复核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2026.11—2026.12：初步设计、投资决策、并网接入沟通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2027.01—2027.02：施工图设计、设备招采、施工组织审批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2027.03—2027.05：分区施工、设备安装、系统联调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2027.06：并网验收、试运行、项目移交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关键依赖与责任分工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客户：提供停机窗口、屋面资料、历史电费单、配电一次系统图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港华新能源：完成技术设计、经济测算、采购与项目管理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设计院/施工单位：结构、电气、消防及施工深化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供电部门：接入系统审查、保护及计量要求确认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设备厂家：光伏逆变器、储能系统、EMS接口联调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3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工期风险与控制动作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屋面复核不通过 → 提前开展结构检测，准备容量下调或加固备选方案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并网审查周期不确定 → 立项后即启动接入沟通，不等施工图完成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储能消防审查延误 → 设备方案提前锁定，按属地规范预审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生产不停线 → 分区施工，关键切换安排在周末/夜间窗口</a:t>
            </a:r>
          </a:p>
          <a:p>
            <a:pPr>
              <a:spcAft>
                <a:spcPts val="1200"/>
              </a:spcAft>
              <a:defRPr sz="1800">
                <a:latin typeface="Microsoft YaHei"/>
              </a:defRPr>
            </a:pPr>
            <a:r>
              <a:t>设备交期波动 → 核心设备设置双供应商或备选型号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