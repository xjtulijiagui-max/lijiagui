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A7E"/>
          </a:solidFill>
          <a:ln w="12700">
            <a:solidFill>
              <a:srgbClr val="0B3A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门诊服务中心月度工作总结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教学模拟模板｜重要结论必须标注资料来源并经责任人复核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· 问题 · 数据趋势 · 下月行动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A7E"/>
          </a:solidFill>
          <a:ln w="12700">
            <a:solidFill>
              <a:srgbClr val="0B3A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本月重点与工作亮点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填写任务、完成情况、可复用做法；不使用患者个人信息。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请按“事实｜来源｜可复用做法”填写。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A7E"/>
          </a:solidFill>
          <a:ln w="12700">
            <a:solidFill>
              <a:srgbClr val="0B3A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服务数据与问题清单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填写脱敏汇总趋势、异常提示、待确认项。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目标值不等于实际值；任何异常必须回到授权系统与原始记录核验。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A7E"/>
          </a:solidFill>
          <a:ln w="12700">
            <a:solidFill>
              <a:srgbClr val="0B3A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下月行动与责任分工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填写事项、负责人、截止时间、复核人和风险提示。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AI生成内容仅作为初稿，正式发布前需由业务责任人审核。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门诊服务中心月度工作总结模板</dc:title>
  <dc:subject>PptxGenJS Presentation</dc:subject>
  <dc:creator>李家贵</dc:creator>
  <cp:lastModifiedBy>李家贵</cp:lastModifiedBy>
  <cp:revision>1</cp:revision>
  <dcterms:created xsi:type="dcterms:W3CDTF">2026-08-23T01:07:06Z</dcterms:created>
  <dcterms:modified xsi:type="dcterms:W3CDTF">2026-08-23T01:07:06Z</dcterms:modified>
</cp:coreProperties>
</file>