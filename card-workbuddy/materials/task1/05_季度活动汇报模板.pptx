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58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城市悦享联名信用卡·季度活动汇报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12648" y="1207008"/>
            <a:ext cx="10789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教学模拟模板｜请基于多份资料填充，不确认的信息保留“待确认”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活动目标 · 渠道与商户 · 数据口径 · 风险与待办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本模板仅用于课堂练习，所有数据均为教学模拟。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58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活动背景与目标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515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BE5F2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填写：业务背景、目标客群、活动周期、激活目标、交易金额目标、预算上限。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要求：每一个数字标注来源文件与版本日期。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58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产品权益、渠道与商户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515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BE5F2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填写：权益摘要、参与条件、渠道职责、重点商户资源、关键时间节点。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注意：日期或权益规则不一致时，不自行修改，放入“待确认项”。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B3A7E"/>
          </a:solidFill>
          <a:ln w="12700">
            <a:solidFill>
              <a:srgbClr val="0B3A7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758952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3A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数据口径、风险与下一步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0515600" cy="2011680"/>
          </a:xfrm>
          <a:prstGeom prst="rect">
            <a:avLst/>
          </a:prstGeom>
          <a:solidFill>
            <a:srgbClr val="FFFFFF"/>
          </a:solidFill>
          <a:ln>
            <a:solidFill>
              <a:srgbClr val="DBE5F2"/>
            </a:solidFill>
          </a:ln>
        </p:spPr>
        <p:txBody>
          <a:bodyPr wrap="square" lIns="1270" tIns="1270" rIns="1270" bIns="127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填写：指标定义、当前数据、口径冲突、敏感信息风险、责任人、截止时间。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建议用“事实｜来源｜待确认动作”格式呈现。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城市悦享联名信用卡季度活动汇报模板</dc:title>
  <dc:subject>教学模拟资料</dc:subject>
  <dc:creator>李家贵</dc:creator>
  <cp:lastModifiedBy>李家贵</cp:lastModifiedBy>
  <cp:revision>1</cp:revision>
  <dcterms:created xsi:type="dcterms:W3CDTF">2026-08-23T00:44:30Z</dcterms:created>
  <dcterms:modified xsi:type="dcterms:W3CDTF">2026-08-23T00:44:30Z</dcterms:modified>
</cp:coreProperties>
</file>