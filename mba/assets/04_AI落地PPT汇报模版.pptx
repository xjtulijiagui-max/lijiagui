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1.svg" ContentType="image/svg+xml"/>
  <Override PartName="/ppt/media/image13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7" r:id="rId4"/>
  </p:sldMasterIdLst>
  <p:notesMasterIdLst>
    <p:notesMasterId r:id="rId10"/>
  </p:notesMasterIdLst>
  <p:sldIdLst>
    <p:sldId id="257" r:id="rId5"/>
    <p:sldId id="258" r:id="rId6"/>
    <p:sldId id="259" r:id="rId7"/>
    <p:sldId id="261" r:id="rId8"/>
    <p:sldId id="306" r:id="rId9"/>
    <p:sldId id="305" r:id="rId11"/>
    <p:sldId id="262" r:id="rId12"/>
    <p:sldId id="307" r:id="rId13"/>
    <p:sldId id="271" r:id="rId14"/>
    <p:sldId id="272" r:id="rId15"/>
    <p:sldId id="308" r:id="rId16"/>
    <p:sldId id="276" r:id="rId17"/>
    <p:sldId id="277" r:id="rId18"/>
    <p:sldId id="278" r:id="rId19"/>
    <p:sldId id="279" r:id="rId20"/>
    <p:sldId id="280" r:id="rId21"/>
    <p:sldId id="281" r:id="rId22"/>
    <p:sldId id="309" r:id="rId23"/>
    <p:sldId id="282" r:id="rId24"/>
    <p:sldId id="283" r:id="rId25"/>
    <p:sldId id="310" r:id="rId26"/>
    <p:sldId id="289" r:id="rId27"/>
    <p:sldId id="292" r:id="rId28"/>
    <p:sldId id="293" r:id="rId29"/>
    <p:sldId id="290" r:id="rId30"/>
    <p:sldId id="295" r:id="rId31"/>
    <p:sldId id="296" r:id="rId32"/>
    <p:sldId id="302" r:id="rId33"/>
    <p:sldId id="304" r:id="rId34"/>
  </p:sldIdLst>
  <p:sldSz cx="12192000" cy="6858000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123" initials="1" lastIdx="1" clrIdx="0"/>
  <p:cmAuthor id="2" name="作者" initials="A" lastIdx="0" clrIdx="1"/>
  <p:cmAuthor id="0" name="wunq1" initials="w" lastIdx="1" clrIdx="0"/>
  <p:cmAuthor id="7" name="Abel" initials="A" lastIdx="1" clrIdx="0"/>
  <p:cmAuthor id="8" name="27637" initials="2" lastIdx="21" clrIdx="7"/>
  <p:cmAuthor id="9" name="86158" initials="8" lastIdx="1" clrIdx="8"/>
  <p:cmAuthor id="3" name="kucun" initials="k" lastIdx="1" clrIdx="2"/>
  <p:cmAuthor id="10" name="Administrator" initials="A" lastIdx="44" clrIdx="9"/>
  <p:cmAuthor id="4" name="yis" initials="y" lastIdx="1" clrIdx="3"/>
  <p:cmAuthor id="11" name="王 鸿瑞" initials="王" lastIdx="3" clrIdx="10"/>
  <p:cmAuthor id="5" name="admin" initials="a" lastIdx="21" clrIdx="4"/>
  <p:cmAuthor id="6" name="Luxi SU" initials="L" lastIdx="1" clrIdx="2"/>
  <p:cmAuthor id="12" name="Chen lvpeng" initials="h" lastIdx="1" clrIdx="11"/>
  <p:cmAuthor id="13" name="智聪 曾" initials="智聪" lastIdx="1" clrIdx="12"/>
  <p:cmAuthor id="14" name="欧 阳" initials="欧" lastIdx="1" clrIdx="13"/>
  <p:cmAuthor id="16" name="周旭东" initials="周" lastIdx="1" clrIdx="15"/>
  <p:cmAuthor id="17" name="zhang" initials="z" lastIdx="1" clrIdx="16"/>
  <p:cmAuthor id="42" name="nnn" initials="n" lastIdx="40" clrIdx="41"/>
  <p:cmAuthor id="2000" name="BA-俞阳" initials="authorId_4447802" lastIdx="786238" clrIdx="0"/>
  <p:cmAuthor id="2001" name="Microsoft Office User" initials="MOU" lastIdx="1" clrIdx="4"/>
  <p:cmAuthor id="21" name="dell" initials="d" lastIdx="1" clrIdx="20"/>
  <p:cmAuthor id="18" name="蒋佳欣" initials="蒋佳欣" lastIdx="2" clrIdx="17"/>
  <p:cmAuthor id="433" name="未知的使用者23" initials="未" lastIdx="1" clrIdx="0"/>
  <p:cmAuthor id="434" name="未知的使用者1" initials="未" lastIdx="8" clrIdx="0"/>
  <p:cmAuthor id="435" name="116304" initials="1" lastIdx="1" clrIdx="1"/>
  <p:cmAuthor id="436" name="R affer" initials="R" lastIdx="1" clrIdx="0"/>
  <p:cmAuthor id="437" name="qihua-DCMS" initials="q" lastIdx="0" clrIdx="0"/>
  <p:cmAuthor id="438" name="未知用户55" initials="未" lastIdx="1" clrIdx="0"/>
  <p:cmAuthor id="439" name="未知的使用者95" initials="未" lastIdx="1" clrIdx="0"/>
  <p:cmAuthor id="440" name="未知的使用者32" initials="未" lastIdx="1" clrIdx="0"/>
  <p:cmAuthor id="441" name="未知的使用者49" initials="未" lastIdx="1" clrIdx="0"/>
  <p:cmAuthor id="442" name="yuexuejun" initials="y" lastIdx="3" clrIdx="0"/>
  <p:cmAuthor id="443" name="未知的使用者71" initials="未" lastIdx="1" clrIdx="1"/>
  <p:cmAuthor id="444" name="未知的使用者105" initials="未" lastIdx="1" clrIdx="0"/>
  <p:cmAuthor id="445" name="Unknown User70" initials="U" lastIdx="1" clrIdx="0"/>
  <p:cmAuthor id="446" name="clinchen" initials="c" lastIdx="0" clrIdx="1"/>
  <p:cmAuthor id="447" name="未知用户23" initials="未" lastIdx="1" clrIdx="0"/>
  <p:cmAuthor id="15" name="未知用户52" initials="未" lastIdx="1" clrIdx="0"/>
  <p:cmAuthor id="448" name="hanjuncompany" initials="h" lastIdx="1" clrIdx="0"/>
  <p:cmAuthor id="449" name="kathy chen" initials="k" lastIdx="3" clrIdx="0"/>
  <p:cmAuthor id="450" name="未知的使用者63" initials="未" lastIdx="1" clrIdx="0"/>
  <p:cmAuthor id="451" name="未知的使用者64" initials="未" lastIdx="3" clrIdx="1"/>
  <p:cmAuthor id="19" name="未知用户53" initials="未" lastIdx="10" clrIdx="0"/>
  <p:cmAuthor id="452" name="未知的使用者47" initials="未" lastIdx="1" clrIdx="0"/>
  <p:cmAuthor id="453" name="未知的使用者60" initials="未" lastIdx="8" clrIdx="0"/>
  <p:cmAuthor id="454" name="未知的使用者59" initials="未" lastIdx="1" clrIdx="0"/>
  <p:cmAuthor id="455" name="未知的使用者54" initials="未" lastIdx="1" clrIdx="0"/>
  <p:cmAuthor id="23" name="未知用户48" initials="未" lastIdx="1" clrIdx="0"/>
  <p:cmAuthor id="456" name="未知的使用者66" initials="未" lastIdx="8" clrIdx="0"/>
  <p:cmAuthor id="24" name="王丽君" initials="王" lastIdx="4" clrIdx="0"/>
  <p:cmAuthor id="457" name="未知的使用者65" initials="未" lastIdx="1" clrIdx="0"/>
  <p:cmAuthor id="25" name="未知用户97" initials="未" lastIdx="2" clrIdx="0"/>
  <p:cmAuthor id="458" name="未知的使用者106" initials="未" lastIdx="3" clrIdx="1"/>
  <p:cmAuthor id="26" name="未知的使用者170" initials="未" lastIdx="43" clrIdx="1"/>
  <p:cmAuthor id="459" name="未知的使用者107" initials="未" lastIdx="1" clrIdx="1"/>
  <p:cmAuthor id="27" name="未知用户40" initials="未" lastIdx="5" clrIdx="1"/>
  <p:cmAuthor id="460" name="未知的使用者108" initials="未" lastIdx="1" clrIdx="0"/>
  <p:cmAuthor id="28" name="张 衡" initials="张" lastIdx="4" clrIdx="2"/>
  <p:cmAuthor id="461" name="未知的使用者86" initials="未" lastIdx="1" clrIdx="0"/>
  <p:cmAuthor id="29" name="未知用户43" initials="未" lastIdx="1" clrIdx="0"/>
  <p:cmAuthor id="462" name="未知的使用者116" initials="未" lastIdx="1" clrIdx="1"/>
  <p:cmAuthor id="30" name="未知的使用者143" initials="未" lastIdx="1" clrIdx="0"/>
  <p:cmAuthor id="463" name="未知的使用者44" initials="未" lastIdx="1" clrIdx="0"/>
  <p:cmAuthor id="31" name="未知用户100" initials="未" lastIdx="1" clrIdx="0"/>
  <p:cmAuthor id="464" name="未知的使用者37" initials="未" lastIdx="1" clrIdx="0"/>
  <p:cmAuthor id="32" name="Xia Ting" initials="X" lastIdx="1" clrIdx="0"/>
  <p:cmAuthor id="465" name="未知的使用者126" initials="未" lastIdx="1" clrIdx="0"/>
  <p:cmAuthor id="33" name="未知用户101" initials="未" lastIdx="1" clrIdx="0"/>
  <p:cmAuthor id="466" name="未知的使用者127" initials="未" lastIdx="3" clrIdx="1"/>
  <p:cmAuthor id="34" name="未知的使用者144" initials="未" lastIdx="1" clrIdx="0"/>
  <p:cmAuthor id="467" name="未知的使用者128" initials="未" lastIdx="1" clrIdx="1"/>
  <p:cmAuthor id="35" name="未知用户26" initials="未" lastIdx="1" clrIdx="0"/>
  <p:cmAuthor id="468" name="未知的使用者124" initials="未" lastIdx="1" clrIdx="0"/>
  <p:cmAuthor id="36" name="未知用户2" initials="未" lastIdx="1" clrIdx="0"/>
  <p:cmAuthor id="469" name="未知的使用者125" initials="未" lastIdx="1" clrIdx="0"/>
  <p:cmAuthor id="37" name="未知用户29" initials="未" lastIdx="1" clrIdx="0"/>
  <p:cmAuthor id="470" name="Sara Chen" initials="S" lastIdx="1" clrIdx="0"/>
  <p:cmAuthor id="38" name="未知的使用者145" initials="未" lastIdx="1" clrIdx="0"/>
  <p:cmAuthor id="471" name="huang gerrard" initials="h" lastIdx="1" clrIdx="0"/>
  <p:cmAuthor id="39" name="未知用户32" initials="未" lastIdx="1" clrIdx="0"/>
  <p:cmAuthor id="472" name="未知用户170" initials="未" lastIdx="1" clrIdx="0"/>
  <p:cmAuthor id="40" name="未知的使用者167" initials="未" lastIdx="0" clrIdx="1"/>
  <p:cmAuthor id="473" name="未知用户171" initials="未" lastIdx="5" clrIdx="1"/>
  <p:cmAuthor id="41" name="未知用户33" initials="未" lastIdx="1" clrIdx="0"/>
  <p:cmAuthor id="474" name="未知用户172" initials="未" lastIdx="1" clrIdx="1"/>
  <p:cmAuthor id="475" name="未知用户173" initials="未" lastIdx="1" clrIdx="0"/>
  <p:cmAuthor id="43" name="未知用户34" initials="未" lastIdx="2" clrIdx="0"/>
  <p:cmAuthor id="476" name="未知用户149" initials="未" lastIdx="1" clrIdx="0"/>
  <p:cmAuthor id="44" name="未知用户38" initials="未" lastIdx="8" clrIdx="0"/>
  <p:cmAuthor id="477" name="未知用户150" initials="未" lastIdx="1" clrIdx="0"/>
  <p:cmAuthor id="45" name="未知用户42" initials="未" lastIdx="1" clrIdx="0"/>
  <p:cmAuthor id="478" name="未知用户151" initials="未" lastIdx="2" clrIdx="0"/>
  <p:cmAuthor id="46" name="未知的使用者147" initials="未" lastIdx="1" clrIdx="0"/>
  <p:cmAuthor id="479" name="未知用户152" initials="未" lastIdx="8" clrIdx="0"/>
  <p:cmAuthor id="47" name="未知的使用者109" initials="未" lastIdx="5" clrIdx="1"/>
  <p:cmAuthor id="480" name="未知用户153" initials="未" lastIdx="8" clrIdx="0"/>
  <p:cmAuthor id="48" name="rita" initials="r" lastIdx="1" clrIdx="1"/>
  <p:cmAuthor id="481" name="未知用户154" initials="未" lastIdx="1" clrIdx="0"/>
  <p:cmAuthor id="49" name="未知的使用者122" initials="未" lastIdx="1" clrIdx="0"/>
  <p:cmAuthor id="482" name="未知用户155" initials="未" lastIdx="1" clrIdx="0"/>
  <p:cmAuthor id="50" name="未知的使用者148" initials="未" lastIdx="8" clrIdx="0"/>
  <p:cmAuthor id="483" name="未知用户41" initials="未" lastIdx="8" clrIdx="0"/>
  <p:cmAuthor id="51" name="未知的使用者123" initials="未" lastIdx="8" clrIdx="0"/>
  <p:cmAuthor id="484" name="未知用户44" initials="未" lastIdx="1" clrIdx="0"/>
  <p:cmAuthor id="52" name="Neno Loje" initials="N" lastIdx="1" clrIdx="0"/>
  <p:cmAuthor id="485" name="未知用户45" initials="未" lastIdx="1" clrIdx="0"/>
  <p:cmAuthor id="53" name="未知用户93" initials="未" lastIdx="1" clrIdx="0"/>
  <p:cmAuthor id="486" name="未知用户156" initials="未" lastIdx="10" clrIdx="0"/>
  <p:cmAuthor id="54" name="未知的使用者149" initials="未" lastIdx="8" clrIdx="0"/>
  <p:cmAuthor id="487" name="未知用户64" initials="未" lastIdx="1" clrIdx="0"/>
  <p:cmAuthor id="55" name="未知用户90" initials="未" lastIdx="5" clrIdx="1"/>
  <p:cmAuthor id="488" name="未知用户65" initials="未" lastIdx="1" clrIdx="0"/>
  <p:cmAuthor id="56" name="Unknown User1" initials="U" lastIdx="1" clrIdx="0"/>
  <p:cmAuthor id="489" name="未知用户68" initials="未" lastIdx="1" clrIdx="0"/>
  <p:cmAuthor id="57" name="未知用户91" initials="未" lastIdx="0" clrIdx="1"/>
  <p:cmAuthor id="490" name="少华 leo" initials="少华" lastIdx="1" clrIdx="88"/>
  <p:cmAuthor id="58" name="未知的使用者150" initials="未" lastIdx="1" clrIdx="0"/>
  <p:cmAuthor id="59" name="未知用户92" initials="未" lastIdx="1" clrIdx="0"/>
  <p:cmAuthor id="60" name="未知的使用者159" initials="未" lastIdx="1" clrIdx="1"/>
  <p:cmAuthor id="61" name="未知用户74" initials="未" lastIdx="5" clrIdx="1"/>
  <p:cmAuthor id="62" name="未知用户131" initials="未" lastIdx="1" clrIdx="2"/>
  <p:cmAuthor id="63" name="未知用户75" initials="未" lastIdx="8" clrIdx="0"/>
  <p:cmAuthor id="64" name="Admin" initials="A" lastIdx="1" clrIdx="2"/>
  <p:cmAuthor id="65" name="未知用户76" initials="未" lastIdx="1" clrIdx="0"/>
  <p:cmAuthor id="66" name="未知用户132" initials="未" lastIdx="1" clrIdx="0"/>
  <p:cmAuthor id="67" name="未知用户77" initials="未" lastIdx="8" clrIdx="0"/>
  <p:cmAuthor id="68" name="未知的使用者88" initials="未" lastIdx="1" clrIdx="1"/>
  <p:cmAuthor id="69" name="未知用户78" initials="未" lastIdx="8" clrIdx="0"/>
  <p:cmAuthor id="70" name="未知用户133" initials="未" lastIdx="1" clrIdx="0"/>
  <p:cmAuthor id="71" name="未知用户79" initials="未" lastIdx="1" clrIdx="0"/>
  <p:cmAuthor id="72" name="Charley" initials="C" lastIdx="1" clrIdx="0"/>
  <p:cmAuthor id="73" name="未知用户80" initials="未" lastIdx="1" clrIdx="0"/>
  <p:cmAuthor id="74" name="未知用户134" initials="未" lastIdx="10" clrIdx="0"/>
  <p:cmAuthor id="76" name="未知用户89" initials="未" lastIdx="11" clrIdx="0"/>
  <p:cmAuthor id="77" name="未知用户111" initials="未" lastIdx="1" clrIdx="1"/>
  <p:cmAuthor id="78" name="未知用户137" initials="未" lastIdx="10" clrIdx="0"/>
  <p:cmAuthor id="79" name="留毓吟" initials="留" lastIdx="1" clrIdx="0"/>
  <p:cmAuthor id="80" name="Cindy-NB" initials="C" lastIdx="1" clrIdx="0"/>
  <p:cmAuthor id="81" name="未知用户138" initials="未" lastIdx="1" clrIdx="0"/>
  <p:cmAuthor id="82" name="俊呈 賴" initials="俊" lastIdx="1" clrIdx="87"/>
  <p:cmAuthor id="83" name="未知用户130" initials="未" lastIdx="1" clrIdx="1"/>
  <p:cmAuthor id="84" name="庆芳 许" initials="庆" lastIdx="1" clrIdx="0"/>
  <p:cmAuthor id="85" name="raymond luan" initials="r" lastIdx="0" clrIdx="0"/>
  <p:cmAuthor id="86" name="Unknown User26" initials="U" lastIdx="1" clrIdx="1"/>
  <p:cmAuthor id="87" name="未知用户135" initials="未" lastIdx="1" clrIdx="0"/>
  <p:cmAuthor id="88" name="jerrychou" initials="j" lastIdx="1" clrIdx="4"/>
  <p:cmAuthor id="89" name="PC" initials="P" lastIdx="4" clrIdx="0"/>
  <p:cmAuthor id="90" name="Unknown User27" initials="U" lastIdx="1" clrIdx="0"/>
  <p:cmAuthor id="91" name="未知的使用者169" initials="未" lastIdx="1" clrIdx="0"/>
  <p:cmAuthor id="92" name="未知用户4" initials="未" lastIdx="1" clrIdx="0"/>
  <p:cmAuthor id="93" name="未知的使用者183" initials="未" lastIdx="5" clrIdx="1"/>
  <p:cmAuthor id="94" name="Unknown User11" initials="U" lastIdx="0" clrIdx="1"/>
  <p:cmAuthor id="95" name="未知的使用者182" initials="未" lastIdx="1" clrIdx="1"/>
  <p:cmAuthor id="96" name="不明使用者12" initials="不" lastIdx="3" clrIdx="1"/>
  <p:cmAuthor id="97" name="未知的使用者173" initials="未" lastIdx="1" clrIdx="0"/>
  <p:cmAuthor id="98" name="Unknown User112" initials="U" lastIdx="1" clrIdx="0"/>
  <p:cmAuthor id="99" name="未知的使用者161" initials="未" lastIdx="1" clrIdx="0"/>
  <p:cmAuthor id="100" name="未知的使用者4" initials="未" lastIdx="1" clrIdx="0"/>
  <p:cmAuthor id="101" name="未知的使用者166" initials="未" lastIdx="8" clrIdx="0"/>
  <p:cmAuthor id="102" name="Unknown User59" initials="U" lastIdx="1" clrIdx="0"/>
  <p:cmAuthor id="103" name="未知的使用者162" initials="未" lastIdx="1" clrIdx="0"/>
  <p:cmAuthor id="104" name="未知用户166" initials="未" lastIdx="1" clrIdx="0"/>
  <p:cmAuthor id="105" name="未知的使用者152" initials="未" lastIdx="1" clrIdx="0"/>
  <p:cmAuthor id="106" name="Unknown User113" initials="U" lastIdx="1" clrIdx="0"/>
  <p:cmAuthor id="107" name="未知的使用者184" initials="未" lastIdx="8" clrIdx="0"/>
  <p:cmAuthor id="108" name="未知的使用者5" initials="未" lastIdx="10" clrIdx="0"/>
  <p:cmAuthor id="109" name="未知的使用者185" initials="未" lastIdx="10" clrIdx="0"/>
  <p:cmAuthor id="110" name="未知的使用者225" initials="未" lastIdx="1" clrIdx="0"/>
  <p:cmAuthor id="111" name="未知的使用者186" initials="未" lastIdx="1" clrIdx="0"/>
  <p:cmAuthor id="112" name="不明使用者2" initials="不" lastIdx="2" clrIdx="0"/>
  <p:cmAuthor id="113" name="未知的使用者175" initials="未" lastIdx="8" clrIdx="0"/>
  <p:cmAuthor id="114" name="未知的使用者226" initials="未" lastIdx="1" clrIdx="0"/>
  <p:cmAuthor id="115" name="未知的使用者6" initials="未" lastIdx="1" clrIdx="0"/>
  <p:cmAuthor id="116" name="未知的使用者227" initials="未" lastIdx="1" clrIdx="0"/>
  <p:cmAuthor id="117" name="不明使用者3" initials="不" lastIdx="1" clrIdx="0"/>
  <p:cmAuthor id="118" name="未知的使用者217" initials="未" lastIdx="1" clrIdx="1"/>
  <p:cmAuthor id="119" name="guocc" initials="g" lastIdx="1" clrIdx="1"/>
  <p:cmAuthor id="120" name="未知的使用者218" initials="未" lastIdx="1" clrIdx="2"/>
  <p:cmAuthor id="121" name="不明使用者4" initials="不" lastIdx="1" clrIdx="0"/>
  <p:cmAuthor id="122" name="未知的使用者219" initials="未" lastIdx="8" clrIdx="0"/>
  <p:cmAuthor id="123" name="x230" initials="x" lastIdx="1" clrIdx="0"/>
  <p:cmAuthor id="124" name="未知的使用者220" initials="未" lastIdx="1" clrIdx="0"/>
  <p:cmAuthor id="125" name="未知的使用者160" initials="未" lastIdx="1" clrIdx="0"/>
  <p:cmAuthor id="126" name="未知的使用者228" initials="未" lastIdx="1" clrIdx="0"/>
  <p:cmAuthor id="127" name="sharon" initials="s" lastIdx="1" clrIdx="84"/>
  <p:cmAuthor id="128" name="未知的使用者229" initials="未" lastIdx="8" clrIdx="0"/>
  <p:cmAuthor id="129" name="不明使用者5" initials="不" lastIdx="11" clrIdx="0"/>
  <p:cmAuthor id="130" name="未知的使用者230" initials="未" lastIdx="1" clrIdx="0"/>
  <p:cmAuthor id="131" name="未知的使用者51" initials="未" lastIdx="10" clrIdx="0"/>
  <p:cmAuthor id="132" name="未知的使用者231" initials="未" lastIdx="1" clrIdx="0"/>
  <p:cmAuthor id="133" name="不明使用者7" initials="不" lastIdx="7" clrIdx="1"/>
  <p:cmAuthor id="134" name="未知的使用者232" initials="未" lastIdx="8" clrIdx="0"/>
  <p:cmAuthor id="135" name="未知的使用者2" initials="未" lastIdx="1" clrIdx="0"/>
  <p:cmAuthor id="136" name="未知的使用者233" initials="未" lastIdx="1" clrIdx="0"/>
  <p:cmAuthor id="137" name="不明使用者8" initials="不" lastIdx="43" clrIdx="1"/>
  <p:cmAuthor id="138" name="未知的使用者234" initials="未" lastIdx="1" clrIdx="0"/>
  <p:cmAuthor id="139" name="August" initials="A" lastIdx="1" clrIdx="0"/>
  <p:cmAuthor id="140" name="未知的使用者130" initials="未" lastIdx="3" clrIdx="0"/>
  <p:cmAuthor id="141" name="未知用户139" initials="未" lastIdx="2" clrIdx="0"/>
  <p:cmAuthor id="142" name="未知的使用者131" initials="未" lastIdx="1" clrIdx="0"/>
  <p:cmAuthor id="143" name="仝德志" initials="仝" lastIdx="1" clrIdx="0"/>
  <p:cmAuthor id="144" name="未知的使用者132" initials="未" lastIdx="1" clrIdx="0"/>
  <p:cmAuthor id="145" name="不明使用者10" initials="不" lastIdx="0" clrIdx="0"/>
  <p:cmAuthor id="146" name="未知的使用者235" initials="未" lastIdx="1" clrIdx="0"/>
  <p:cmAuthor id="147" name="未知的使用者19" initials="未" lastIdx="8" clrIdx="0"/>
  <p:cmAuthor id="148" name="未知的使用者236" initials="未" lastIdx="1" clrIdx="0"/>
  <p:cmAuthor id="149" name="不明使用者11" initials="不" lastIdx="1" clrIdx="0"/>
  <p:cmAuthor id="150" name="未知的使用者237" initials="未" lastIdx="2" clrIdx="0"/>
  <p:cmAuthor id="151" name="未知的使用者20" initials="未" lastIdx="1" clrIdx="0"/>
  <p:cmAuthor id="152" name="未知的使用者238" initials="未" lastIdx="7" clrIdx="1"/>
  <p:cmAuthor id="153" name="Arno.Du(杜明星)" initials="A" lastIdx="0" clrIdx="0"/>
  <p:cmAuthor id="154" name="未知的使用者239" initials="未" lastIdx="43" clrIdx="1"/>
  <p:cmAuthor id="155" name="未知的使用者21" initials="未" lastIdx="1" clrIdx="0"/>
  <p:cmAuthor id="156" name="未知的使用者136" initials="未" lastIdx="1" clrIdx="0"/>
  <p:cmAuthor id="157" name="未知用户141" initials="未" lastIdx="1" clrIdx="1"/>
  <p:cmAuthor id="158" name="未知的使用者134" initials="未" lastIdx="0" clrIdx="0"/>
  <p:cmAuthor id="159" name="未知的使用者17" initials="未" lastIdx="8" clrIdx="0"/>
  <p:cmAuthor id="160" name="未知的使用者206" initials="未" lastIdx="1" clrIdx="0"/>
  <p:cmAuthor id="161" name="未知的使用者18" initials="未" lastIdx="1" clrIdx="0"/>
  <p:cmAuthor id="162" name="未知的使用者210" initials="未" lastIdx="0" clrIdx="0"/>
  <p:cmAuthor id="163" name="未知的使用者15" initials="未" lastIdx="1" clrIdx="0"/>
  <p:cmAuthor id="164" name="未知的使用者211" initials="未" lastIdx="1" clrIdx="0"/>
  <p:cmAuthor id="165" name="未知用户209" initials="未" lastIdx="1" clrIdx="0"/>
  <p:cmAuthor id="166" name="未知的使用者212" initials="未" lastIdx="1" clrIdx="0"/>
  <p:cmAuthor id="167" name="未知用户12" initials="未" lastIdx="8" clrIdx="0"/>
  <p:cmAuthor id="168" name="未知的使用者213" initials="未" lastIdx="1" clrIdx="0"/>
  <p:cmAuthor id="169" name="alpha" initials="a" lastIdx="1" clrIdx="0"/>
  <p:cmAuthor id="170" name="未知的使用者214" initials="未" lastIdx="1" clrIdx="1"/>
  <p:cmAuthor id="171" name="luxu" initials="l" lastIdx="22" clrIdx="0"/>
  <p:cmAuthor id="172" name="未知的使用者101" initials="未" lastIdx="1" clrIdx="0"/>
  <p:cmAuthor id="173" name="未知用户37" initials="未" lastIdx="1" clrIdx="0"/>
  <p:cmAuthor id="174" name="未知的使用者156" initials="未" lastIdx="1" clrIdx="0"/>
  <p:cmAuthor id="175" name="RS001" initials="R" lastIdx="8" clrIdx="0"/>
  <p:cmAuthor id="176" name="未知用户195" initials="未" lastIdx="1" clrIdx="0"/>
  <p:cmAuthor id="177" name="Unknown User22" initials="U" lastIdx="1" clrIdx="0"/>
  <p:cmAuthor id="178" name="未知的使用者138" initials="未" lastIdx="1" clrIdx="1"/>
  <p:cmAuthor id="179" name="jet" initials="j" lastIdx="1" clrIdx="0"/>
  <p:cmAuthor id="180" name="未知用户208" initials="未" lastIdx="1" clrIdx="0"/>
  <p:cmAuthor id="181" name="Unknown User23" initials="U" lastIdx="1" clrIdx="0"/>
  <p:cmAuthor id="182" name="未知用户344" initials="未" lastIdx="1" clrIdx="0"/>
  <p:cmAuthor id="183" name="未知用户145" initials="未" lastIdx="2" clrIdx="0"/>
  <p:cmAuthor id="184" name="未知的使用者75" initials="未" lastIdx="1" clrIdx="0"/>
  <p:cmAuthor id="185" name="未知用户206" initials="未" lastIdx="6" clrIdx="0"/>
  <p:cmAuthor id="186" name="未知的使用者77" initials="未" lastIdx="1" clrIdx="0"/>
  <p:cmAuthor id="187" name="未知用户46" initials="未" lastIdx="10" clrIdx="0"/>
  <p:cmAuthor id="188" name="未知的使用者92" initials="未" lastIdx="1" clrIdx="0"/>
  <p:cmAuthor id="189" name="未知的使用者207" initials="未" lastIdx="1" clrIdx="0"/>
  <p:cmAuthor id="190" name="未知的使用者78" initials="未" lastIdx="5" clrIdx="1"/>
  <p:cmAuthor id="191" name="未知用户3" initials="未" lastIdx="1" clrIdx="0"/>
  <p:cmAuthor id="192" name="未知用户140" initials="未" lastIdx="0" clrIdx="1"/>
  <p:cmAuthor id="193" name="未知的使用者79" initials="未" lastIdx="0" clrIdx="1"/>
  <p:cmAuthor id="194" name="未知用户107" initials="未" lastIdx="1" clrIdx="0"/>
  <p:cmAuthor id="195" name="未知的使用者190" initials="未" lastIdx="1" clrIdx="1"/>
  <p:cmAuthor id="196" name="未知的使用者80" initials="未" lastIdx="0" clrIdx="0"/>
  <p:cmAuthor id="197" name="未知用户51" initials="未" lastIdx="1" clrIdx="1"/>
  <p:cmAuthor id="198" name="未知用户142" initials="未" lastIdx="1" clrIdx="0"/>
  <p:cmAuthor id="199" name="未知的使用者82" initials="未" lastIdx="1" clrIdx="0"/>
  <p:cmAuthor id="200" name="未知用户110" initials="未" lastIdx="1" clrIdx="1"/>
  <p:cmAuthor id="201" name="未知的使用者83" initials="未" lastIdx="1" clrIdx="0"/>
  <p:cmAuthor id="202" name="未知用户146" initials="未" lastIdx="5" clrIdx="1"/>
  <p:cmAuthor id="203" name="未知的使用者118" initials="未" lastIdx="1" clrIdx="0"/>
  <p:cmAuthor id="204" name="未知用户94" initials="未" lastIdx="0" clrIdx="1"/>
  <p:cmAuthor id="205" name="未知的使用者84" initials="未" lastIdx="1" clrIdx="1"/>
  <p:cmAuthor id="206" name="未知的使用者70" initials="未" lastIdx="1" clrIdx="0"/>
  <p:cmAuthor id="207" name="未知用户118" initials="未" lastIdx="1" clrIdx="0"/>
  <p:cmAuthor id="208" name="未知的使用者85" initials="未" lastIdx="1" clrIdx="0"/>
  <p:cmAuthor id="209" name="未知用户147" initials="未" lastIdx="0" clrIdx="1"/>
  <p:cmAuthor id="210" name="未知的使用者40" initials="未" lastIdx="1" clrIdx="0"/>
  <p:cmAuthor id="211" name="未知用户119" initials="未" lastIdx="5" clrIdx="1"/>
  <p:cmAuthor id="212" name="未知的使用者87" initials="未" lastIdx="1" clrIdx="0"/>
  <p:cmAuthor id="213" name="曾红" initials="曾" lastIdx="0" clrIdx="0"/>
  <p:cmAuthor id="214" name="未知用户20" initials="未" lastIdx="1" clrIdx="0"/>
  <p:cmAuthor id="215" name="未知的使用者90" initials="未" lastIdx="8" clrIdx="0"/>
  <p:cmAuthor id="216" name="未知的使用者29" initials="未" lastIdx="1" clrIdx="0"/>
  <p:cmAuthor id="217" name="未知的使用者91" initials="未" lastIdx="1" clrIdx="0"/>
  <p:cmAuthor id="218" name="未知的使用者98" initials="未" lastIdx="1" clrIdx="0"/>
  <p:cmAuthor id="219" name="CHRISYU" initials="C" lastIdx="1" clrIdx="0"/>
  <p:cmAuthor id="220" name="未知的使用者113" initials="未" lastIdx="1" clrIdx="2"/>
  <p:cmAuthor id="221" name="liucunri" initials="l" lastIdx="1" clrIdx="0"/>
  <p:cmAuthor id="222" name="未知用户9" initials="未" lastIdx="1" clrIdx="0"/>
  <p:cmAuthor id="223" name="Unknown User48" initials="U" lastIdx="8" clrIdx="0"/>
  <p:cmAuthor id="224" name="未知的使用者189" initials="未" lastIdx="2" clrIdx="0"/>
  <p:cmAuthor id="225" name="未知用户103" initials="未" lastIdx="1" clrIdx="0"/>
  <p:cmAuthor id="226" name="Unknown User52" initials="U" lastIdx="1" clrIdx="0"/>
  <p:cmAuthor id="227" name="未知的使用者42" initials="未" lastIdx="1" clrIdx="0"/>
  <p:cmAuthor id="228" name="Unknown User50" initials="U" lastIdx="1" clrIdx="0"/>
  <p:cmAuthor id="229" name="未知的使用者120" initials="未" lastIdx="1" clrIdx="0"/>
  <p:cmAuthor id="230" name="px" initials="p" lastIdx="3" clrIdx="1"/>
  <p:cmAuthor id="231" name="Sky123.Org" initials="S" lastIdx="1" clrIdx="0"/>
  <p:cmAuthor id="232" name="elfinhsu" initials="e" lastIdx="1" clrIdx="0"/>
  <p:cmAuthor id="233" name="微软用户" initials="微" lastIdx="1" clrIdx="0"/>
  <p:cmAuthor id="234" name="未知的使用者73" initials="未" lastIdx="1" clrIdx="0"/>
  <p:cmAuthor id="235" name="未知的使用者24" initials="未" lastIdx="8" clrIdx="0"/>
  <p:cmAuthor id="236" name="未知用户16" initials="未" lastIdx="1" clrIdx="0"/>
  <p:cmAuthor id="237" name="Mary Feil-Jacobs" initials="M" lastIdx="43" clrIdx="1"/>
  <p:cmAuthor id="238" name="LiuHui" initials="L" lastIdx="1" clrIdx="0"/>
  <p:cmAuthor id="239" name="未知的使用者45" initials="未" lastIdx="1" clrIdx="0"/>
  <p:cmAuthor id="240" name="王鹏凯" initials="王" lastIdx="1" clrIdx="0"/>
  <p:cmAuthor id="241" name="未知用户104" initials="未" lastIdx="1" clrIdx="0"/>
  <p:cmAuthor id="242" name="James" initials="J" lastIdx="1" clrIdx="0"/>
  <p:cmAuthor id="243" name="未知用户5" initials="未" lastIdx="1" clrIdx="0"/>
  <p:cmAuthor id="244" name="未知的使用者10" initials="未" lastIdx="3" clrIdx="1"/>
  <p:cmAuthor id="245" name="未知的使用者93" initials="未" lastIdx="1" clrIdx="1"/>
  <p:cmAuthor id="246" name="未知的使用者208" initials="未" lastIdx="1" clrIdx="0"/>
  <p:cmAuthor id="247" name="LeeElva" initials="L" lastIdx="1" clrIdx="0"/>
  <p:cmAuthor id="248" name="未知的使用者188" initials="未" lastIdx="1" clrIdx="0"/>
  <p:cmAuthor id="249" name="未知用户99" initials="未" lastIdx="1" clrIdx="2"/>
  <p:cmAuthor id="250" name="未知的使用者34" initials="未" lastIdx="1" clrIdx="0"/>
  <p:cmAuthor id="251" name="未知的使用者115" initials="未" lastIdx="1" clrIdx="1"/>
  <p:cmAuthor id="252" name="未知用户57" initials="未" lastIdx="1" clrIdx="0"/>
  <p:cmAuthor id="253" name="未知的使用者192" initials="未" lastIdx="1" clrIdx="0"/>
  <p:cmAuthor id="254" name="lianghb" initials="l" lastIdx="19" clrIdx="0"/>
  <p:cmAuthor id="255" name="未知用户17" initials="未" lastIdx="0" clrIdx="1"/>
  <p:cmAuthor id="256" name="Deanna Schuler (Bookey Consulting)" initials="D" lastIdx="2" clrIdx="0"/>
  <p:cmAuthor id="257" name="未知的使用者57" initials="未" lastIdx="1" clrIdx="0"/>
  <p:cmAuthor id="258" name="未知的使用者16" initials="未" lastIdx="6" clrIdx="0"/>
  <p:cmAuthor id="259" name="未知的使用者35" initials="未" lastIdx="1" clrIdx="0"/>
  <p:cmAuthor id="260" name="未知用户102" initials="未" lastIdx="1" clrIdx="1"/>
  <p:cmAuthor id="261" name="maxine" initials="m" lastIdx="0" clrIdx="0"/>
  <p:cmAuthor id="262" name="未知的使用者121" initials="未" lastIdx="1" clrIdx="1"/>
  <p:cmAuthor id="263" name="未知的使用者12" initials="未" lastIdx="1" clrIdx="0"/>
  <p:cmAuthor id="264" name="周元元" initials="周" lastIdx="5" clrIdx="0"/>
  <p:cmAuthor id="265" name="未知用户120" initials="未" lastIdx="8" clrIdx="0"/>
  <p:cmAuthor id="266" name="未知的使用者27" initials="未" lastIdx="8" clrIdx="0"/>
  <p:cmAuthor id="267" name="未知的使用者137" initials="未" lastIdx="1" clrIdx="0"/>
  <p:cmAuthor id="268" name="未知的使用者30" initials="未" lastIdx="8" clrIdx="0"/>
  <p:cmAuthor id="269" name="未知的使用者53" initials="未" lastIdx="1" clrIdx="0"/>
  <p:cmAuthor id="270" name="未知的使用者153" initials="未" lastIdx="1" clrIdx="0"/>
  <p:cmAuthor id="271" name="未知用户58" initials="未" lastIdx="5" clrIdx="1"/>
  <p:cmAuthor id="272" name="未知的使用者154" initials="未" lastIdx="1" clrIdx="0"/>
  <p:cmAuthor id="273" name="未知的使用者25" initials="未" lastIdx="1" clrIdx="0"/>
  <p:cmAuthor id="274" name="liupeng" initials="l" lastIdx="1" clrIdx="1"/>
  <p:cmAuthor id="275" name="未知用户24" initials="未" lastIdx="1" clrIdx="0"/>
  <p:cmAuthor id="276" name="AbuSina" initials="A" lastIdx="2" clrIdx="0"/>
  <p:cmAuthor id="277" name="hl sun" initials="h" lastIdx="1" clrIdx="0"/>
  <p:cmAuthor id="278" name="未知的使用者129" initials="未" lastIdx="1" clrIdx="0"/>
  <p:cmAuthor id="279" name="未知的使用者94" initials="未" lastIdx="1" clrIdx="2"/>
  <p:cmAuthor id="280" name="未知用户280" initials="未" lastIdx="4" clrIdx="2"/>
  <p:cmAuthor id="281" name="未知用户66" initials="未" lastIdx="1" clrIdx="0"/>
  <p:cmAuthor id="283" name="未知用户19" initials="未" lastIdx="1" clrIdx="0"/>
  <p:cmAuthor id="284" name="未知的使用者164" initials="未" lastIdx="8" clrIdx="0"/>
  <p:cmAuthor id="285" name="周宏達JerryChou" initials="周" lastIdx="6" clrIdx="2"/>
  <p:cmAuthor id="286" name="未知的使用者172" initials="未" lastIdx="1" clrIdx="0"/>
  <p:cmAuthor id="287" name="未知的使用者174" initials="未" lastIdx="1" clrIdx="0"/>
  <p:cmAuthor id="288" name="未知用户7" initials="未" lastIdx="1" clrIdx="0"/>
  <p:cmAuthor id="289" name="未知的使用者56" initials="未" lastIdx="1" clrIdx="0"/>
  <p:cmAuthor id="290" name="未知的使用者247" initials="未" lastIdx="6" clrIdx="0"/>
  <p:cmAuthor id="291" name="未知的使用者119" initials="未" lastIdx="1" clrIdx="2"/>
  <p:cmAuthor id="292" name="未知的使用者249" initials="未" lastIdx="43" clrIdx="1"/>
  <p:cmAuthor id="293" name="未知用户59" initials="未" lastIdx="0" clrIdx="1"/>
  <p:cmAuthor id="294" name="未知的使用者250" initials="未" lastIdx="1" clrIdx="0"/>
  <p:cmAuthor id="295" name="未知的使用者22" initials="未" lastIdx="8" clrIdx="0"/>
  <p:cmAuthor id="296" name="未知的使用者251" initials="未" lastIdx="1" clrIdx="0"/>
  <p:cmAuthor id="297" name="未知的使用者103" initials="未" lastIdx="8" clrIdx="0"/>
  <p:cmAuthor id="298" name="未知的使用者246" initials="未" lastIdx="1" clrIdx="1"/>
  <p:cmAuthor id="299" name="Wenwen" initials="W" lastIdx="1" clrIdx="1"/>
  <p:cmAuthor id="300" name="未知的使用者224" initials="未" lastIdx="1" clrIdx="0"/>
  <p:cmAuthor id="301" name="未知的使用者117" initials="未" lastIdx="1" clrIdx="0"/>
  <p:cmAuthor id="302" name="未知的使用者252" initials="未" lastIdx="1" clrIdx="0"/>
  <p:cmAuthor id="303" name="未知的使用者33" initials="未" lastIdx="1" clrIdx="0"/>
  <p:cmAuthor id="304" name="未知的使用者253" initials="未" lastIdx="1" clrIdx="0"/>
  <p:cmAuthor id="305" name="未知的使用者28" initials="未" lastIdx="1" clrIdx="0"/>
  <p:cmAuthor id="306" name="未知的使用者254" initials="未" lastIdx="1" clrIdx="0"/>
  <p:cmAuthor id="307" name="未知用户67" initials="未" lastIdx="1" clrIdx="0"/>
  <p:cmAuthor id="308" name="未知的使用者255" initials="未" lastIdx="1" clrIdx="0"/>
  <p:cmAuthor id="309" name="未知用户114" initials="未" lastIdx="1" clrIdx="0"/>
  <p:cmAuthor id="310" name="未知用户18" initials="未" lastIdx="10" clrIdx="0"/>
  <p:cmAuthor id="311" name="未知的使用者67" initials="未" lastIdx="1" clrIdx="0"/>
  <p:cmAuthor id="312" name="未知的使用者270" initials="未" lastIdx="1" clrIdx="0"/>
  <p:cmAuthor id="313" name="未知的使用者46" initials="未" lastIdx="1" clrIdx="1"/>
  <p:cmAuthor id="314" name="未知的使用者26" initials="未" lastIdx="1" clrIdx="0"/>
  <p:cmAuthor id="315" name="未知的使用者43" initials="未" lastIdx="1" clrIdx="0"/>
  <p:cmAuthor id="316" name="未知的使用者9" initials="未" lastIdx="1" clrIdx="0"/>
  <p:cmAuthor id="317" name="nancy" initials="n" lastIdx="1" clrIdx="0"/>
  <p:cmAuthor id="318" name="未知用户62" initials="未" lastIdx="1" clrIdx="1"/>
  <p:cmAuthor id="319" name="未知的使用者256" initials="未" lastIdx="1" clrIdx="0"/>
  <p:cmAuthor id="320" name="yuanzh" initials="y" lastIdx="1" clrIdx="1"/>
  <p:cmAuthor id="321" name="不明使用者57" initials="不" lastIdx="1" clrIdx="0"/>
  <p:cmAuthor id="322" name="未知的使用者163" initials="未" lastIdx="1" clrIdx="0"/>
  <p:cmAuthor id="323" name="未知用户108" initials="未" lastIdx="1" clrIdx="0"/>
  <p:cmAuthor id="324" name="未知的使用者110" initials="未" lastIdx="1" clrIdx="0"/>
  <p:cmAuthor id="325" name="linyd" initials="l" lastIdx="3" clrIdx="1"/>
  <p:cmAuthor id="326" name="未知的使用者257" initials="未" lastIdx="1" clrIdx="0"/>
  <p:cmAuthor id="327" name="未知用户8" initials="未" lastIdx="1" clrIdx="0"/>
  <p:cmAuthor id="328" name="liu wei" initials="l" lastIdx="1" clrIdx="86"/>
  <p:cmAuthor id="329" name="未知的使用者31" initials="未" lastIdx="1" clrIdx="0"/>
  <p:cmAuthor id="330" name="未知用户81" initials="未" lastIdx="1" clrIdx="0"/>
  <p:cmAuthor id="331" name="未知用户115" initials="未" lastIdx="1" clrIdx="0"/>
  <p:cmAuthor id="332" name="未知的使用者240" initials="未" lastIdx="1" clrIdx="0"/>
  <p:cmAuthor id="333" name="未知用户21" initials="未" lastIdx="1" clrIdx="0"/>
  <p:cmAuthor id="334" name="未知的使用者241" initials="未" lastIdx="1" clrIdx="0"/>
  <p:cmAuthor id="335" name="未知的使用者68" initials="未" lastIdx="1" clrIdx="0"/>
  <p:cmAuthor id="336" name="未知的使用者242" initials="未" lastIdx="2" clrIdx="0"/>
  <p:cmAuthor id="337" name="mm" initials="m" lastIdx="1" clrIdx="0"/>
  <p:cmAuthor id="338" name="未知的使用者243" initials="未" lastIdx="1" clrIdx="0"/>
  <p:cmAuthor id="339" name="未知用户15" initials="未" lastIdx="1" clrIdx="0"/>
  <p:cmAuthor id="340" name="未知的使用者258" initials="未" lastIdx="8" clrIdx="0"/>
  <p:cmAuthor id="341" name="朱晓瑜" initials="朱" lastIdx="54" clrIdx="0"/>
  <p:cmAuthor id="342" name="未知的使用者259" initials="未" lastIdx="1" clrIdx="0"/>
  <p:cmAuthor id="343" name="不明使用者20" initials="不" lastIdx="1" clrIdx="0"/>
  <p:cmAuthor id="344" name="未知的使用者260" initials="未" lastIdx="1" clrIdx="0"/>
  <p:cmAuthor id="345" name="未知用户82" initials="未" lastIdx="1" clrIdx="0"/>
  <p:cmAuthor id="346" name="未知的使用者261" initials="未" lastIdx="11" clrIdx="0"/>
  <p:cmAuthor id="347" name="未知的使用者7" initials="未" lastIdx="2" clrIdx="0"/>
  <p:cmAuthor id="348" name="未知的使用者262" initials="未" lastIdx="7" clrIdx="1"/>
  <p:cmAuthor id="349" name="未知用户6" initials="未" lastIdx="8" clrIdx="0"/>
  <p:cmAuthor id="350" name="未知的使用者263" initials="未" lastIdx="1" clrIdx="2"/>
  <p:cmAuthor id="351" name="未知的使用者55" initials="未" lastIdx="1" clrIdx="0"/>
  <p:cmAuthor id="352" name="未知的使用者264" initials="未" lastIdx="1" clrIdx="0"/>
  <p:cmAuthor id="353" name="未知的使用者111" initials="未" lastIdx="1" clrIdx="0"/>
  <p:cmAuthor id="354" name="未知的使用者265" initials="未" lastIdx="1" clrIdx="0"/>
  <p:cmAuthor id="355" name="未知的使用者50" initials="未" lastIdx="1" clrIdx="0"/>
  <p:cmAuthor id="356" name="未知的使用者266" initials="未" lastIdx="1" clrIdx="1"/>
  <p:cmAuthor id="357" name="未知的使用者11" initials="未" lastIdx="1" clrIdx="0"/>
  <p:cmAuthor id="358" name="未知的使用者267" initials="未" lastIdx="1" clrIdx="0"/>
  <p:cmAuthor id="359" name="未知用户47" initials="未" lastIdx="6" clrIdx="0"/>
  <p:cmAuthor id="360" name="未知的使用者268" initials="未" lastIdx="2" clrIdx="0"/>
  <p:cmAuthor id="361" name="未知用户106" initials="未" lastIdx="1" clrIdx="0"/>
  <p:cmAuthor id="362" name="未知的使用者269" initials="未" lastIdx="7" clrIdx="1"/>
  <p:cmAuthor id="363" name="未知用户116" initials="未" lastIdx="1" clrIdx="1"/>
  <p:cmAuthor id="364" name="未知的使用者69" initials="未" lastIdx="1" clrIdx="1"/>
  <p:cmAuthor id="365" name="未知的使用者112" initials="未" lastIdx="1" clrIdx="1"/>
  <p:cmAuthor id="366" name="Kevin Hu" initials="K" lastIdx="1" clrIdx="0"/>
  <p:cmAuthor id="367" name="未知的使用者38" initials="未" lastIdx="1" clrIdx="0"/>
  <p:cmAuthor id="368" name="唐可欣" initials="唐" lastIdx="1" clrIdx="0"/>
  <p:cmAuthor id="369" name="未知的使用者8" initials="未" lastIdx="1" clrIdx="0"/>
  <p:cmAuthor id="370" name="不明使用者56" initials="不" lastIdx="1" clrIdx="0"/>
  <p:cmAuthor id="371" name="P00035_jeremy" initials="P" lastIdx="1" clrIdx="0"/>
  <p:cmAuthor id="372" name="Unknown User7" initials="U" lastIdx="1" clrIdx="0"/>
  <p:cmAuthor id="373" name="muzi wei" initials="m" lastIdx="1" clrIdx="0"/>
  <p:cmAuthor id="374" name="未知的使用者41" initials="未" lastIdx="1" clrIdx="0"/>
  <p:cmAuthor id="375" name="未知的使用者13" initials="未" lastIdx="1" clrIdx="0"/>
  <p:cmAuthor id="376" name="djj" initials="d" lastIdx="2" clrIdx="0"/>
  <p:cmAuthor id="377" name="未知用户219" initials="未" lastIdx="6" clrIdx="0"/>
  <p:cmAuthor id="378" name="未知用户117" initials="未" lastIdx="1" clrIdx="2"/>
  <p:cmAuthor id="379" name="未知用户222" initials="未" lastIdx="1" clrIdx="0"/>
  <p:cmAuthor id="380" name="Saku Uchikawa" initials="S" lastIdx="11" clrIdx="0"/>
  <p:cmAuthor id="381" name="未知用户200" initials="未" lastIdx="8" clrIdx="0"/>
  <p:cmAuthor id="382" name="未知用户13" initials="未" lastIdx="1" clrIdx="0"/>
  <p:cmAuthor id="383" name="未知用户213" initials="未" lastIdx="1" clrIdx="0"/>
  <p:cmAuthor id="384" name="不明使用者21" initials="不" lastIdx="1" clrIdx="0"/>
  <p:cmAuthor id="385" name="未知用户214" initials="未" lastIdx="2" clrIdx="0"/>
  <p:cmAuthor id="386" name="YUMINGNJ" initials="Y" lastIdx="3" clrIdx="0"/>
  <p:cmAuthor id="387" name="未知用户215" initials="未" lastIdx="1" clrIdx="0"/>
  <p:cmAuthor id="388" name="未知的使用者52" initials="未" lastIdx="1" clrIdx="1"/>
  <p:cmAuthor id="389" name="未知用户231" initials="未" lastIdx="1" clrIdx="0"/>
  <p:cmAuthor id="390" name="未知用户109" initials="未" lastIdx="1" clrIdx="1"/>
  <p:cmAuthor id="391" name="未知用户233" initials="未" lastIdx="11" clrIdx="0"/>
  <p:cmAuthor id="392" name="Unknown User117" initials="U" lastIdx="10" clrIdx="0"/>
  <p:cmAuthor id="393" name="未知用户234" initials="未" lastIdx="7" clrIdx="1"/>
  <p:cmAuthor id="394" name="thomas" initials="t" lastIdx="1" clrIdx="49"/>
  <p:cmAuthor id="395" name="未知用户235" initials="未" lastIdx="1" clrIdx="2"/>
  <p:cmAuthor id="396" name="未知的使用者3" initials="未" lastIdx="7" clrIdx="1"/>
  <p:cmAuthor id="397" name="未知用户236" initials="未" lastIdx="1" clrIdx="0"/>
  <p:cmAuthor id="398" name="未知用户14" initials="未" lastIdx="1" clrIdx="0"/>
  <p:cmAuthor id="399" name="未知用户237" initials="未" lastIdx="1" clrIdx="0"/>
  <p:cmAuthor id="400" name="Unknown User65" initials="U" lastIdx="1" clrIdx="0"/>
  <p:cmAuthor id="401" name="未知用户240" initials="未" lastIdx="2" clrIdx="0"/>
  <p:cmAuthor id="402" name="未知用户98" initials="未" lastIdx="1" clrIdx="2"/>
  <p:cmAuthor id="403" name="未知用户221" initials="未" lastIdx="43" clrIdx="1"/>
  <p:cmAuthor id="404" name="Windows 用户" initials="W" lastIdx="1" clrIdx="0"/>
  <p:cmAuthor id="405" name="lillian" initials="l" lastIdx="1" clrIdx="0"/>
  <p:cmAuthor id="406" name="未知用户83" initials="未" lastIdx="1" clrIdx="1"/>
  <p:cmAuthor id="407" name="未知用户197" initials="未" lastIdx="1" clrIdx="0"/>
  <p:cmAuthor id="408" name="未知用户61" initials="未" lastIdx="8" clrIdx="0"/>
  <p:cmAuthor id="409" name="未知用户157" initials="未" lastIdx="8" clrIdx="0"/>
  <p:cmAuthor id="410" name="張秀娟" initials="張" lastIdx="1" clrIdx="2"/>
  <p:cmAuthor id="411" name="未知用户158" initials="未" lastIdx="2" clrIdx="0"/>
  <p:cmAuthor id="412" name="未知用户159" initials="未" lastIdx="1" clrIdx="0"/>
  <p:cmAuthor id="413" name="Jason Wang" initials="J" lastIdx="1" clrIdx="0"/>
  <p:cmAuthor id="414" name="未知用户160" initials="未" lastIdx="2" clrIdx="0"/>
  <p:cmAuthor id="415" name="不明使用者18" initials="不" lastIdx="0" clrIdx="1"/>
  <p:cmAuthor id="416" name="未知用户168" initials="未" lastIdx="1" clrIdx="0"/>
  <p:cmAuthor id="417" name="未知的使用者72" initials="未" lastIdx="1" clrIdx="0"/>
  <p:cmAuthor id="418" name="順天" initials="順" lastIdx="1" clrIdx="0"/>
  <p:cmAuthor id="419" name="未知的使用者48" initials="未" lastIdx="1" clrIdx="0"/>
  <p:cmAuthor id="420" name="未知的使用者104" initials="未" lastIdx="1" clrIdx="0"/>
  <p:cmAuthor id="421" name="未知用户60" initials="未" lastIdx="1" clrIdx="0"/>
  <p:cmAuthor id="422" name="未知用户143" initials="未" lastIdx="1" clrIdx="0"/>
  <p:cmAuthor id="423" name="Shawna Strickland" initials="S" lastIdx="2" clrIdx="0"/>
  <p:cmAuthor id="424" name="未知的使用者36" initials="未" lastIdx="3" clrIdx="1"/>
  <p:cmAuthor id="425" name="未知用户144" initials="未" lastIdx="1" clrIdx="0"/>
  <p:cmAuthor id="426" name="Daniel Wuu" initials="D" lastIdx="1" clrIdx="0"/>
  <p:cmAuthor id="427" name="未知用户56" initials="未" lastIdx="1" clrIdx="0"/>
  <p:cmAuthor id="428" name="未知的使用者14" initials="未" lastIdx="2" clrIdx="0"/>
  <p:cmAuthor id="429" name="Ashley Eberenz" initials="A" lastIdx="7" clrIdx="1"/>
  <p:cmAuthor id="430" name="不明使用者19" initials="不" lastIdx="1" clrIdx="0"/>
  <p:cmAuthor id="431" name="qiantong" initials="q" lastIdx="3" clrIdx="1"/>
  <p:cmAuthor id="432" name="未知的使用者74" initials="未" lastIdx="1" clrIdx="0"/>
  <p:cmAuthor id="757" name="未知用户381" initials="未" lastIdx="1" clrIdx="0"/>
  <p:cmAuthor id="758" name="未知用户382" initials="未" lastIdx="1" clrIdx="0"/>
  <p:cmAuthor id="759" name="未知用户383" initials="未" lastIdx="1" clrIdx="0"/>
  <p:cmAuthor id="760" name="未知用户384" initials="未" lastIdx="1" clrIdx="0"/>
  <p:cmAuthor id="761" name="未知用户294" initials="未" lastIdx="8" clrIdx="0"/>
  <p:cmAuthor id="762" name="未知用户385" initials="未" lastIdx="2" clrIdx="0"/>
  <p:cmAuthor id="763" name="未知用户386" initials="未" lastIdx="1" clrIdx="1"/>
  <p:cmAuthor id="764" name="未知用户429" initials="未" lastIdx="1" clrIdx="0"/>
  <p:cmAuthor id="765" name="未知用户348" initials="未" lastIdx="1" clrIdx="0"/>
  <p:cmAuthor id="766" name="未知用户430" initials="未" lastIdx="2" clrIdx="0"/>
  <p:cmAuthor id="767" name="未知用户389" initials="未" lastIdx="1" clrIdx="0"/>
  <p:cmAuthor id="768" name="未知用户350" initials="未" lastIdx="1" clrIdx="0"/>
  <p:cmAuthor id="738822927" name="洋仔" initials="洋" lastIdx="1" clrIdx="869"/>
  <p:cmAuthor id="769" name="未知用户431" initials="未" lastIdx="1" clrIdx="0"/>
  <p:cmAuthor id="770" name="未知用户351" initials="未" lastIdx="8" clrIdx="0"/>
  <p:cmAuthor id="771" name="未知用户432" initials="未" lastIdx="1" clrIdx="0"/>
  <p:cmAuthor id="772" name="未知用户392" initials="未" lastIdx="1" clrIdx="0"/>
  <p:cmAuthor id="773" name="未知用户433" initials="未" lastIdx="1" clrIdx="0"/>
  <p:cmAuthor id="774" name="未知用户434" initials="未" lastIdx="1" clrIdx="0"/>
  <p:cmAuthor id="775" name="未知用户393" initials="未" lastIdx="11" clrIdx="0"/>
  <p:cmAuthor id="776" name="未知用户435" initials="未" lastIdx="7" clrIdx="1"/>
  <p:cmAuthor id="20" name="zrf" initials="zrf" lastIdx="3" clrIdx="26"/>
  <p:cmAuthor id="777" name="未知用户356" initials="未" lastIdx="1" clrIdx="2"/>
  <p:cmAuthor id="778" name="未知用户436" initials="未" lastIdx="1" clrIdx="0"/>
  <p:cmAuthor id="22" name="赵诚荣10027092" initials="赵" lastIdx="2" clrIdx="25"/>
  <p:cmAuthor id="779" name="未知用户396" initials="未" lastIdx="1" clrIdx="0"/>
  <p:cmAuthor id="780" name="未知用户437" initials="未" lastIdx="1" clrIdx="1"/>
  <p:cmAuthor id="1411828" name="Mr.Wu" initials="M" lastIdx="2" clrIdx="41"/>
  <p:cmAuthor id="781" name="未知用户397" initials="未" lastIdx="1" clrIdx="0"/>
  <p:cmAuthor id="782" name="未知用户419" initials="未" lastIdx="1" clrIdx="0"/>
  <p:cmAuthor id="1411830" name="唐 赛" initials="唐" lastIdx="1" clrIdx="45"/>
  <p:cmAuthor id="783" name="未知用户399" initials="未" lastIdx="2" clrIdx="0"/>
  <p:cmAuthor id="784" name="未知用户438" initials="未" lastIdx="7" clrIdx="1"/>
  <p:cmAuthor id="191251536" name="SF" initials="S" lastIdx="6" clrIdx="11"/>
  <p:cmAuthor id="785" name="未知用户401" initials="未" lastIdx="43" clrIdx="1"/>
  <p:cmAuthor id="191251537" name="sammi" initials="s" lastIdx="0" clrIdx="12"/>
  <p:cmAuthor id="786" name="未知用户402" initials="未" lastIdx="1" clrIdx="0"/>
  <p:cmAuthor id="191251538" name="hxh" initials="hxh" lastIdx="1" clrIdx="53"/>
  <p:cmAuthor id="787" name="未知用户403" initials="未" lastIdx="1" clrIdx="0"/>
  <p:cmAuthor id="191251539" name="370369741@qq.com" initials="3" lastIdx="1" clrIdx="40"/>
  <p:cmAuthor id="788" name="未知用户327" initials="未" lastIdx="1" clrIdx="0"/>
  <p:cmAuthor id="191251540" name="韩剑侠" initials="P" lastIdx="1" clrIdx="41"/>
  <p:cmAuthor id="789" name="未知用户404" initials="未" lastIdx="1" clrIdx="0"/>
  <p:cmAuthor id="191251541" name="孙 笑庆" initials="孙" lastIdx="3" clrIdx="16"/>
  <p:cmAuthor id="790" name="未知用户405" initials="未" lastIdx="1" clrIdx="0"/>
  <p:cmAuthor id="191251542" name="yang.yuan" initials="y" lastIdx="0" clrIdx="17"/>
  <p:cmAuthor id="791" name="未知用户439" initials="未" lastIdx="2" clrIdx="0"/>
  <p:cmAuthor id="191251543" name="王娟" initials="1" lastIdx="1" clrIdx="31"/>
  <p:cmAuthor id="792" name="未知用户406" initials="未" lastIdx="0" clrIdx="0"/>
  <p:cmAuthor id="793" name="未知用户440" initials="未" lastIdx="1" clrIdx="0"/>
  <p:cmAuthor id="475196945" name="chen" initials="c" lastIdx="1" clrIdx="2"/>
  <p:cmAuthor id="794" name="未知用户441" initials="未" lastIdx="1" clrIdx="0"/>
  <p:cmAuthor id="795" name="未知用户442" initials="未" lastIdx="1" clrIdx="0"/>
  <p:cmAuthor id="796" name="未知用户409" initials="未" lastIdx="2" clrIdx="2"/>
  <p:cmAuthor id="797" name="未知用户443" initials="未" lastIdx="1" clrIdx="0"/>
  <p:cmAuthor id="798" name="未知用户411" initials="未" lastIdx="3" clrIdx="1"/>
  <p:cmAuthor id="799" name="未知用户444" initials="未" lastIdx="6" clrIdx="0"/>
  <p:cmAuthor id="800" name="未知用户413" initials="未" lastIdx="1" clrIdx="1"/>
  <p:cmAuthor id="801" name="未知用户445" initials="未" lastIdx="1" clrIdx="0"/>
  <p:cmAuthor id="802" name="未知用户446" initials="未" lastIdx="1" clrIdx="0"/>
  <p:cmAuthor id="803" name="未知用户447" initials="未" lastIdx="1" clrIdx="0"/>
  <p:cmAuthor id="804" name="未知用户448" initials="未" lastIdx="1" clrIdx="0"/>
  <p:cmAuthor id="805" name="未知用户333" initials="未" lastIdx="1" clrIdx="0"/>
  <p:cmAuthor id="806" name="未知用户417" initials="未" lastIdx="1" clrIdx="0"/>
  <p:cmAuthor id="807" name="未知用户449" initials="未" lastIdx="1" clrIdx="0"/>
  <p:cmAuthor id="808" name="未知用户418" initials="未" lastIdx="1" clrIdx="0"/>
  <p:cmAuthor id="809" name="未知用户450" initials="未" lastIdx="6" clrIdx="0"/>
  <p:cmAuthor id="810" name="未知用户423" initials="未" lastIdx="0" clrIdx="0"/>
  <p:cmAuthor id="811" name="未知用户424" initials="未" lastIdx="5" clrIdx="0"/>
  <p:cmAuthor id="812" name="未知用户425" initials="未" lastIdx="3" clrIdx="1"/>
  <p:cmAuthor id="813" name="未知用户451" initials="未" lastIdx="1" clrIdx="0"/>
  <p:cmAuthor id="814" name="未知用户452" initials="未" lastIdx="1" clrIdx="0"/>
  <p:cmAuthor id="815" name="未知用户453" initials="未" lastIdx="1" clrIdx="0"/>
  <p:cmAuthor id="816" name="未知用户454" initials="未" lastIdx="1" clrIdx="2"/>
  <p:cmAuthor id="817" name="未知用户455" initials="未" lastIdx="1" clrIdx="0"/>
  <p:cmAuthor id="818" name="未知用户456" initials="未" lastIdx="1" clrIdx="0"/>
  <p:cmAuthor id="819" name="未知用户457" initials="未" lastIdx="10" clrIdx="0"/>
  <p:cmAuthor id="820" name="未知用户458" initials="未" lastIdx="1" clrIdx="0"/>
  <p:cmAuthor id="822" name="张 青山" initials="张" lastIdx="6" clrIdx="545"/>
  <p:cmAuthor id="75" name="唐思源" initials="唐" lastIdx="1" clrIdx="0"/>
  <p:cmAuthor id="843" name="10015046" initials="1" lastIdx="1" clrIdx="842"/>
  <p:cmAuthor id="846" name="未知用户271" initials="未" lastIdx="1" clrIdx="0"/>
  <p:cmAuthor id="847" name="未知用户388" initials="未" lastIdx="1" clrIdx="0"/>
  <p:cmAuthor id="849" name="未知用户224" initials="未" lastIdx="5" clrIdx="0"/>
  <p:cmAuthor id="850" name="jesschin" initials="j" lastIdx="1" clrIdx="510"/>
  <p:cmAuthor id="856" name="未知用户259" initials="未" lastIdx="1" clrIdx="0"/>
  <p:cmAuthor id="864" name="未知用户270" initials="未" lastIdx="1" clrIdx="0"/>
  <p:cmAuthor id="866" name="USER631805" initials="U" lastIdx="1" clrIdx="865"/>
  <p:cmAuthor id="867" name="zhangbai" initials="z" lastIdx="1" clrIdx="866"/>
  <p:cmAuthor id="872" name="yifan song" initials="y" lastIdx="1" clrIdx="85"/>
  <p:cmAuthor id="883" name="未知用户265" initials="未" lastIdx="2" clrIdx="0"/>
  <p:cmAuthor id="884" name="未知用户267" initials="未" lastIdx="1" clrIdx="0"/>
  <p:cmAuthor id="885" name="liuxie" initials="l" lastIdx="1" clrIdx="588"/>
  <p:cmAuthor id="886" name="张因然10112423" initials="1" lastIdx="1" clrIdx="885"/>
  <p:cmAuthor id="887" name="未知用户241" initials="未" lastIdx="0" clrIdx="1"/>
  <p:cmAuthor id="888" name="未知用户242" initials="未" lastIdx="3" clrIdx="0"/>
  <p:cmAuthor id="890" name="未知用户227" initials="未" lastIdx="1" clrIdx="0"/>
  <p:cmAuthor id="891" name="未知用户298" initials="未" lastIdx="1" clrIdx="0"/>
  <p:cmAuthor id="892" name="未知用户299" initials="未" lastIdx="1" clrIdx="0"/>
  <p:cmAuthor id="894" name="未知用户302" initials="未" lastIdx="1" clrIdx="0"/>
  <p:cmAuthor id="899" name="jinpengcheng" initials="j" lastIdx="1" clrIdx="898"/>
  <p:cmAuthor id="900" name="minil" initials="m" lastIdx="4" clrIdx="589"/>
  <p:cmAuthor id="901" name="15106" initials="1" lastIdx="4" clrIdx="0"/>
  <p:cmAuthor id="903" name="赵 璐" initials="赵" lastIdx="4" clrIdx="0"/>
  <p:cmAuthor id="904" name="Zhu, Hawk" initials="Z" lastIdx="1" clrIdx="0"/>
  <p:cmAuthor id="905" name="tanjp" initials="t" lastIdx="0" clrIdx="491"/>
  <p:cmAuthor id="906" name="YS" initials="Y" lastIdx="1" clrIdx="86"/>
  <p:cmAuthor id="908" name="10285279" initials="1" lastIdx="1" clrIdx="907"/>
  <p:cmAuthor id="910" name="Jdi" initials="J" lastIdx="0" clrIdx="0"/>
  <p:cmAuthor id="911" name="未知用户337" initials="未" lastIdx="1" clrIdx="0"/>
  <p:cmAuthor id="912" name="未知用户239" initials="未" lastIdx="3" clrIdx="0"/>
  <p:cmAuthor id="913" name="chenmh" initials="c" lastIdx="1" clrIdx="85"/>
  <p:cmAuthor id="914" name="CVTEr" initials="C" lastIdx="1" clrIdx="0"/>
  <p:cmAuthor id="915" name="June C" initials="J" lastIdx="1" clrIdx="4"/>
  <p:cmAuthor id="916" name="00270" initials="0" lastIdx="1" clrIdx="0"/>
  <p:cmAuthor id="919" name="shinevin liu" initials="s" lastIdx="1" clrIdx="3"/>
  <p:cmAuthor id="920" name="Davidpeng" initials="D" lastIdx="1" clrIdx="10"/>
  <p:cmAuthor id="921" name="dbc" initials="d" lastIdx="2" clrIdx="0"/>
  <p:cmAuthor id="923" name="冯学沛" initials="冯" lastIdx="1" clrIdx="1"/>
  <p:cmAuthor id="924" name="杨 超" initials="杨" lastIdx="1" clrIdx="3"/>
  <p:cmAuthor id="925" name="董艺萱00344473" initials="董艺萱003444" lastIdx="11" clrIdx="924"/>
  <p:cmAuthor id="926" name="Rex" initials="R" lastIdx="0" clrIdx="0"/>
  <p:cmAuthor id="146566727" name="xzb1" initials="x" lastIdx="1" clrIdx="1"/>
  <p:cmAuthor id="441412215" name="tonghailan" initials="t" lastIdx="1126972" clrIdx="1"/>
  <p:cmAuthor id="282" name="未知用户70" initials="" lastIdx="1" clrIdx="1"/>
  <p:cmAuthor id="691587971" name="lvz" initials="l" lastIdx="1" clrIdx="61"/>
  <p:cmAuthor id="691587972" name="CMCC" initials="C" lastIdx="2" clrIdx="56"/>
  <p:cmAuthor id="691587974" name="行 朱" initials="行朱" lastIdx="1" clrIdx="517"/>
  <p:cmAuthor id="691587975" name="zdl" initials="z" lastIdx="1" clrIdx="52"/>
  <p:cmAuthor id="691587977" name="俊 刘" initials="俊刘" lastIdx="1" clrIdx="368"/>
  <p:cmAuthor id="501" name="Alex" initials="A" lastIdx="1" clrIdx="500"/>
  <p:cmAuthor id="502" name="未知用户246" initials="未" lastIdx="1" clrIdx="0"/>
  <p:cmAuthor id="510" name="未知用户261" initials="未" lastIdx="1" clrIdx="0"/>
  <p:cmAuthor id="517" name="alexw" initials="a" lastIdx="1" clrIdx="516"/>
  <p:cmAuthor id="518" name="96128" initials="9" lastIdx="1" clrIdx="517"/>
  <p:cmAuthor id="521" name="未知用户268" initials="未" lastIdx="1" clrIdx="0"/>
  <p:cmAuthor id="522" name="未知用户269" initials="未" lastIdx="2" clrIdx="0"/>
  <p:cmAuthor id="524" name="未知用户250" initials="未" lastIdx="0" clrIdx="0"/>
  <p:cmAuthor id="525" name="未知用户272" initials="未" lastIdx="10" clrIdx="0"/>
  <p:cmAuthor id="528" name="cs" initials="x" lastIdx="3" clrIdx="527"/>
  <p:cmAuthor id="530" name="11794" initials="1" lastIdx="1" clrIdx="529"/>
  <p:cmAuthor id="531" name="myl" initials="m" lastIdx="4" clrIdx="530"/>
  <p:cmAuthor id="534" name="未知的使用者171" initials="未" lastIdx="3" clrIdx="1"/>
  <p:cmAuthor id="538" name="未知的使用者216" initials="未" lastIdx="1" clrIdx="0"/>
  <p:cmAuthor id="543" name="heweia@digiwin.com" initials="h" lastIdx="1" clrIdx="86"/>
  <p:cmAuthor id="544" name="MM" initials="M" lastIdx="2" clrIdx="87"/>
  <p:cmAuthor id="546" name="未知用户220" initials="未" lastIdx="1" clrIdx="0"/>
  <p:cmAuthor id="547" name="super" initials="s" lastIdx="1" clrIdx="546"/>
  <p:cmAuthor id="549" name="zhuzy" initials="z" lastIdx="1" clrIdx="548"/>
  <p:cmAuthor id="552" name="未知用户313" initials="未" lastIdx="2" clrIdx="0"/>
  <p:cmAuthor id="553" name="刘晖" initials="刘" lastIdx="1" clrIdx="0"/>
  <p:cmAuthor id="554" name="未知用户190" initials="未" lastIdx="1" clrIdx="1"/>
  <p:cmAuthor id="555" name="HAUWEI" initials="H" lastIdx="1" clrIdx="554"/>
  <p:cmAuthor id="563" name="yenai" initials="y" lastIdx="1" clrIdx="562"/>
  <p:cmAuthor id="564" name="未知用户319" initials="未" lastIdx="1" clrIdx="0"/>
  <p:cmAuthor id="566" name="未知用户87" initials="未" lastIdx="1" clrIdx="0"/>
  <p:cmAuthor id="567" name="未知用户88" initials="未" lastIdx="1" clrIdx="0"/>
  <p:cmAuthor id="568" name="FanJQ" initials="F" lastIdx="1" clrIdx="1"/>
  <p:cmAuthor id="569" name="未知用户211" initials="未" lastIdx="8" clrIdx="0"/>
  <p:cmAuthor id="571" name="未知用户293" initials="未" lastIdx="1" clrIdx="0"/>
  <p:cmAuthor id="572" name="未知用户201" initials="未" lastIdx="8" clrIdx="0"/>
  <p:cmAuthor id="573" name="未知用户161" initials="未" lastIdx="1" clrIdx="0"/>
  <p:cmAuthor id="574" name="未知用户278" initials="未" lastIdx="1" clrIdx="0"/>
  <p:cmAuthor id="575" name="未知用户279" initials="未" lastIdx="1" clrIdx="0"/>
  <p:cmAuthor id="577" name="未知用户281" initials="未" lastIdx="1" clrIdx="0"/>
  <p:cmAuthor id="578" name="未知用户282" initials="未" lastIdx="3" clrIdx="1"/>
  <p:cmAuthor id="579" name="未知用户283" initials="未" lastIdx="1" clrIdx="1"/>
  <p:cmAuthor id="580" name="未知用户284" initials="未" lastIdx="1" clrIdx="0"/>
  <p:cmAuthor id="581" name="guanhh" initials="g" lastIdx="3" clrIdx="0"/>
  <p:cmAuthor id="583" name="未知用户192" initials="未" lastIdx="1" clrIdx="0"/>
  <p:cmAuthor id="584" name="未知用户203" initials="未" lastIdx="1" clrIdx="1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588" name="未知用户184" initials="未" lastIdx="1" clrIdx="1"/>
  <p:cmAuthor id="589" name="未知用户295" initials="未" lastIdx="1" clrIdx="0"/>
  <p:cmAuthor id="590" name="未知用户297" initials="未" lastIdx="1" clrIdx="0"/>
  <p:cmAuthor id="210492767" name="李 嘉" initials="李" lastIdx="1" clrIdx="26"/>
  <p:cmAuthor id="591" name="未知用户181" initials="未" lastIdx="2" clrIdx="0"/>
  <p:cmAuthor id="210492768" name="gus9@chinaunicom.cn" initials="g" lastIdx="4" clrIdx="27"/>
  <p:cmAuthor id="592" name="ye gusong" initials="y" lastIdx="1" clrIdx="0"/>
  <p:cmAuthor id="593" name="wei muzi" initials="w" lastIdx="1" clrIdx="4"/>
  <p:cmAuthor id="594" name="孙" initials="孙" lastIdx="1" clrIdx="50"/>
  <p:cmAuthor id="595" name="未知用户187" initials="未" lastIdx="10" clrIdx="0"/>
  <p:cmAuthor id="597" name="catherine" initials="c" lastIdx="1" clrIdx="1"/>
  <p:cmAuthor id="599" name="未知用户258" initials="未" lastIdx="8" clrIdx="0"/>
  <p:cmAuthor id="600" name="未知用户287" initials="未" lastIdx="0" clrIdx="1"/>
  <p:cmAuthor id="601" name="未知用户288" initials="未" lastIdx="1" clrIdx="0"/>
  <p:cmAuthor id="602" name="未知用户289" initials="未" lastIdx="1" clrIdx="0"/>
  <p:cmAuthor id="605" name="yudi lin" initials="y" lastIdx="0" clrIdx="0"/>
  <p:cmAuthor id="607" name="liuzga" initials="l" lastIdx="1" clrIdx="3"/>
  <p:cmAuthor id="608" name="49554261@qq.com" initials="4" lastIdx="2" clrIdx="2"/>
  <p:cmAuthor id="609" name="未知用户230" initials="未" lastIdx="1" clrIdx="0"/>
  <p:cmAuthor id="611" name="未知用户216" initials="未" lastIdx="1" clrIdx="0"/>
  <p:cmAuthor id="612" name="未知用户266" initials="未" lastIdx="1" clrIdx="1"/>
  <p:cmAuthor id="613" name="未知用户243" initials="未" lastIdx="1" clrIdx="0"/>
  <p:cmAuthor id="614" name="未知用户196" initials="未" lastIdx="1" clrIdx="0"/>
  <p:cmAuthor id="630" name="v15194" initials="v" lastIdx="5" clrIdx="87"/>
  <p:cmAuthor id="631" name="岳晓丽" initials="岳" lastIdx="1" clrIdx="630"/>
  <p:cmAuthor id="632" name="林志强" initials="林" lastIdx="1" clrIdx="631"/>
  <p:cmAuthor id="633" name="Carol Kelly" initials="C" lastIdx="1" clrIdx="0"/>
  <p:cmAuthor id="634" name="未知的使用者155" initials="未" lastIdx="1" clrIdx="0"/>
  <p:cmAuthor id="635" name="未知的使用者200" initials="未" lastIdx="1" clrIdx="0"/>
  <p:cmAuthor id="636" name="Unknown User58" initials="U" lastIdx="1" clrIdx="0"/>
  <p:cmAuthor id="637" name="Unknown User55" initials="U" lastIdx="1" clrIdx="1"/>
  <p:cmAuthor id="638" name="未知用户343" initials="未" lastIdx="1" clrIdx="0"/>
  <p:cmAuthor id="639" name="Huipeng Cao" initials="H" lastIdx="1" clrIdx="0"/>
  <p:cmAuthor id="640" name="李 雷雨" initials="李" lastIdx="1" clrIdx="0"/>
  <p:cmAuthor id="641" name="91257" initials="9" lastIdx="0" clrIdx="1"/>
  <p:cmAuthor id="642" name="vicky" initials="v" lastIdx="2" clrIdx="1"/>
  <p:cmAuthor id="645" name="zhangxiaoyan" initials="z" lastIdx="1" clrIdx="644"/>
  <p:cmAuthor id="646" name="李阳" initials="liyang37@ha.cmcc" lastIdx="1" clrIdx="645"/>
  <p:cmAuthor id="708433798" name="jialuo" initials="j" lastIdx="0" clrIdx="0"/>
  <p:cmAuthor id="708433799" name="Xutao(X)" initials="X" lastIdx="1" clrIdx="529"/>
  <p:cmAuthor id="708433800" name="陈思曦_Z3Ivji6B" initials="authorId_AK20221026:AK20221029HCSFPP10055444" lastIdx="0" clrIdx="0"/>
  <p:cmAuthor id="708433801" name="翟栋_VBFrBjyM" initials="authorId_AK20221026:AK20221029HCSFPP10055482" lastIdx="0" clrIdx="0"/>
  <p:cmAuthor id="652" name="王启良" initials="王" lastIdx="1" clrIdx="651"/>
  <p:cmAuthor id="657" name="Carol Wu" initials="C" lastIdx="1" clrIdx="0"/>
  <p:cmAuthor id="658" name="Think" initials="T" lastIdx="6" clrIdx="3"/>
  <p:cmAuthor id="659" name="未知用户303" initials="未" lastIdx="5" clrIdx="1"/>
  <p:cmAuthor id="660" name="未知用户304" initials="未" lastIdx="1" clrIdx="0"/>
  <p:cmAuthor id="661" name="win7" initials="w" lastIdx="6" clrIdx="0"/>
  <p:cmAuthor id="664" name="陈城" initials="陈" lastIdx="0" clrIdx="2"/>
  <p:cmAuthor id="665" name="Sharon" initials="S" lastIdx="1" clrIdx="2"/>
  <p:cmAuthor id="666" name="yangxy" initials="y" lastIdx="1" clrIdx="88"/>
  <p:cmAuthor id="667" name="未知用户311" initials="未" lastIdx="2" clrIdx="0"/>
  <p:cmAuthor id="668" name="未知用户312" initials="未" lastIdx="1" clrIdx="0"/>
  <p:cmAuthor id="669" name="shenbina" initials="s" lastIdx="1" clrIdx="0"/>
  <p:cmAuthor id="670" name="未知用户314" initials="未" lastIdx="1" clrIdx="1"/>
  <p:cmAuthor id="672" name="未知用户245" initials="未" lastIdx="10" clrIdx="0"/>
  <p:cmAuthor id="673" name="Kathy" initials="K" lastIdx="0" clrIdx="0"/>
  <p:cmAuthor id="674" name="孟连磊" initials="孟" lastIdx="1" clrIdx="0"/>
  <p:cmAuthor id="675" name="未知用户387" initials="未" lastIdx="1" clrIdx="0"/>
  <p:cmAuthor id="676" name="未知的使用者177" initials="未" lastIdx="8" clrIdx="0"/>
  <p:cmAuthor id="677" name="未知用户354" initials="未" lastIdx="1" clrIdx="0"/>
  <p:cmAuthor id="678" name="未知的使用者221" initials="未" lastIdx="1" clrIdx="0"/>
  <p:cmAuthor id="394525611" name="ShanQiu LH" initials="SL" lastIdx="1" clrIdx="51"/>
  <p:cmAuthor id="679" name="未知的使用者222" initials="未" lastIdx="5" clrIdx="1"/>
  <p:cmAuthor id="394525612" name="goulei" initials="g" lastIdx="2" clrIdx="41"/>
  <p:cmAuthor id="682" name="未知用户332" initials="未" lastIdx="1" clrIdx="0"/>
  <p:cmAuthor id="683" name="未知用户217" initials="未" lastIdx="1" clrIdx="0"/>
  <p:cmAuthor id="685" name="俊晔 邱" initials="俊" lastIdx="1" clrIdx="87"/>
  <p:cmAuthor id="686" name="annie.gts@outlook.com" initials="a" lastIdx="2" clrIdx="0"/>
  <p:cmAuthor id="687" name="杨 升格" initials="杨" lastIdx="2" clrIdx="0"/>
  <p:cmAuthor id="688" name="Unknown User80" initials="U" lastIdx="1" clrIdx="0"/>
  <p:cmAuthor id="689" name="cy" initials="c" lastIdx="1" clrIdx="76"/>
  <p:cmAuthor id="693" name="lxm" initials="l" lastIdx="1" clrIdx="413"/>
  <p:cmAuthor id="47245821" name="郏鹏" initials="M" lastIdx="1" clrIdx="17"/>
  <p:cmAuthor id="696" name="yesg" initials="y" lastIdx="1" clrIdx="0"/>
  <p:cmAuthor id="47245823" name="刘海娜|liuhaina" initials="W用" lastIdx="1" clrIdx="36"/>
  <p:cmAuthor id="47245824" name="goforever814" initials="g" lastIdx="1" clrIdx="34"/>
  <p:cmAuthor id="699" name="未知用户277" initials="未" lastIdx="1" clrIdx="1"/>
  <p:cmAuthor id="700" name="soling" initials="s" lastIdx="1" clrIdx="2"/>
  <p:cmAuthor id="701" name="李 骁" initials="李" lastIdx="1" clrIdx="0"/>
  <p:cmAuthor id="703" name="未知的使用者96" initials="未" lastIdx="2" clrIdx="0"/>
  <p:cmAuthor id="704" name="未知的使用者97" initials="未" lastIdx="8" clrIdx="0"/>
  <p:cmAuthor id="705" name="未知用户301" initials="未" lastIdx="1" clrIdx="0"/>
  <p:cmAuthor id="706" name="未知用户306" initials="未" lastIdx="8" clrIdx="0"/>
  <p:cmAuthor id="707" name="未知用户308" initials="未" lastIdx="1" clrIdx="0"/>
  <p:cmAuthor id="708" name="未知用户309" initials="未" lastIdx="8" clrIdx="0"/>
  <p:cmAuthor id="709" name="未知用户249" initials="未" lastIdx="1" clrIdx="0"/>
  <p:cmAuthor id="710" name="Stacy Chiang" initials="S" lastIdx="2" clrIdx="0"/>
  <p:cmAuthor id="711" name="未知用户315" initials="未" lastIdx="0" clrIdx="0"/>
  <p:cmAuthor id="712" name="未知用户316" initials="未" lastIdx="1" clrIdx="0"/>
  <p:cmAuthor id="713" name="未知用户317" initials="未" lastIdx="10" clrIdx="0"/>
  <p:cmAuthor id="714" name="未知用户318" initials="未" lastIdx="0" clrIdx="1"/>
  <p:cmAuthor id="716" name="chen hui" initials="c" lastIdx="1" clrIdx="87"/>
  <p:cmAuthor id="717" name="未知用户244" initials="未" lastIdx="1" clrIdx="0"/>
  <p:cmAuthor id="718" name="未知用户322" initials="未" lastIdx="10" clrIdx="0"/>
  <p:cmAuthor id="719" name="未知用户323" initials="未" lastIdx="1" clrIdx="0"/>
  <p:cmAuthor id="720" name="未知用户324" initials="未" lastIdx="3" clrIdx="1"/>
  <p:cmAuthor id="29922660" name="杨强" initials="杨" lastIdx="0" clrIdx="0"/>
  <p:cmAuthor id="721" name="wangxinhui" initials="w" lastIdx="1" clrIdx="0"/>
  <p:cmAuthor id="29922661" name="檀晟 陈" initials="檀晟" lastIdx="1" clrIdx="10"/>
  <p:cmAuthor id="722" name="未知用户276" initials="未" lastIdx="8" clrIdx="0"/>
  <p:cmAuthor id="723" name="未知用户363" initials="未" lastIdx="6" clrIdx="0"/>
  <p:cmAuthor id="724" name="未知用户459" initials="未" lastIdx="1" clrIdx="84"/>
  <p:cmAuthor id="725" name="未知用户470" initials="未" lastIdx="1" clrIdx="0"/>
  <p:cmAuthor id="726" name="未知用户325" initials="未" lastIdx="1" clrIdx="1"/>
  <p:cmAuthor id="727" name="未知用户326" initials="未" lastIdx="1" clrIdx="0"/>
  <p:cmAuthor id="728" name="未知用户365" initials="未" lastIdx="1" clrIdx="0"/>
  <p:cmAuthor id="49837067" name="刘浩" initials="刘" lastIdx="180431" clrIdx="0"/>
  <p:cmAuthor id="729" name="未知用户460" initials="未" lastIdx="1" clrIdx="0"/>
  <p:cmAuthor id="49837068" name="Vivian Liu" initials="VL" lastIdx="1" clrIdx="1"/>
  <p:cmAuthor id="730" name="未知用户366" initials="未" lastIdx="3" clrIdx="1"/>
  <p:cmAuthor id="731" name="未知用户461" initials="未" lastIdx="10" clrIdx="0"/>
  <p:cmAuthor id="732" name="未知用户367" initials="未" lastIdx="10" clrIdx="0"/>
  <p:cmAuthor id="733" name="未知用户462" initials="未" lastIdx="1" clrIdx="1"/>
  <p:cmAuthor id="734" name="未知用户463" initials="未" lastIdx="1" clrIdx="0"/>
  <p:cmAuthor id="735" name="未知用户368" initials="未" lastIdx="1" clrIdx="0"/>
  <p:cmAuthor id="736" name="未知用户464" initials="未" lastIdx="1" clrIdx="0"/>
  <p:cmAuthor id="737" name="未知用户369" initials="未" lastIdx="1" clrIdx="0"/>
  <p:cmAuthor id="738" name="未知用户465" initials="未" lastIdx="1" clrIdx="78"/>
  <p:cmAuthor id="739" name="未知用户466" initials="未" lastIdx="1" clrIdx="0"/>
  <p:cmAuthor id="740" name="未知用户467" initials="未" lastIdx="3" clrIdx="1"/>
  <p:cmAuthor id="741" name="未知用户468" initials="未" lastIdx="1" clrIdx="0"/>
  <p:cmAuthor id="742" name="未知用户426" initials="未" lastIdx="1" clrIdx="0"/>
  <p:cmAuthor id="743" name="未知用户371" initials="未" lastIdx="1" clrIdx="1"/>
  <p:cmAuthor id="744" name="未知用户372" initials="未" lastIdx="1" clrIdx="0"/>
  <p:cmAuthor id="745" name="未知用户373" initials="未" lastIdx="8" clrIdx="0"/>
  <p:cmAuthor id="746" name="未知用户374" initials="未" lastIdx="2" clrIdx="0"/>
  <p:cmAuthor id="747" name="未知用户469" initials="未" lastIdx="1" clrIdx="0"/>
  <p:cmAuthor id="748" name="未知用户427" initials="未" lastIdx="8" clrIdx="0"/>
  <p:cmAuthor id="749" name="未知用户375" initials="未" lastIdx="8" clrIdx="0"/>
  <p:cmAuthor id="750" name="未知用户376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379" initials="未" lastIdx="1" clrIdx="0"/>
  <p:cmAuthor id="755" name="未知用户339" initials="未" lastIdx="1" clrIdx="0"/>
  <p:cmAuthor id="756" name="未知用户380" initials="未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4FA2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9" Type="http://schemas.openxmlformats.org/officeDocument/2006/relationships/tags" Target="tags/tag255.xml"/><Relationship Id="rId38" Type="http://schemas.openxmlformats.org/officeDocument/2006/relationships/commentAuthors" Target="commentAuthors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image" Target="../media/image1.jpeg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41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2330824" y="2501153"/>
            <a:ext cx="9144000" cy="1116386"/>
          </a:xfrm>
        </p:spPr>
        <p:txBody>
          <a:bodyPr anchor="b">
            <a:normAutofit/>
          </a:bodyPr>
          <a:lstStyle>
            <a:lvl1pPr algn="r">
              <a:defRPr sz="4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7642414" y="3815560"/>
            <a:ext cx="3832410" cy="1670839"/>
          </a:xfrm>
        </p:spPr>
        <p:txBody>
          <a:bodyPr anchor="ctr" anchorCtr="0">
            <a:normAutofit/>
          </a:bodyPr>
          <a:lstStyle>
            <a:lvl1pPr marL="0" indent="0" algn="r">
              <a:lnSpc>
                <a:spcPct val="150000"/>
              </a:lnSpc>
              <a:buNone/>
              <a:defRPr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主讲部门：</a:t>
            </a:r>
            <a:r>
              <a:rPr lang="en-US" altLang="zh-CN" dirty="0" smtClean="0"/>
              <a:t>XXXXXX</a:t>
            </a:r>
            <a:endParaRPr lang="en-US" altLang="zh-CN" dirty="0" smtClean="0"/>
          </a:p>
          <a:p>
            <a:r>
              <a:rPr lang="zh-CN" altLang="en-US" dirty="0" smtClean="0"/>
              <a:t>主讲人：</a:t>
            </a:r>
            <a:r>
              <a:rPr lang="en-US" altLang="zh-CN" dirty="0" smtClean="0"/>
              <a:t>XXX</a:t>
            </a:r>
            <a:endParaRPr lang="en-US" altLang="zh-CN" dirty="0" smtClean="0"/>
          </a:p>
          <a:p>
            <a:r>
              <a:rPr lang="en-US" altLang="zh-CN" dirty="0" smtClean="0"/>
              <a:t>2016.04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94420" y="572770"/>
            <a:ext cx="2579370" cy="1480820"/>
          </a:xfrm>
          <a:prstGeom prst="rect">
            <a:avLst/>
          </a:prstGeom>
          <a:solidFill>
            <a:srgbClr val="1C4F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44000" anchor="ctr">
            <a:normAutofit/>
          </a:bodyPr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8134985" y="5566410"/>
            <a:ext cx="3138805" cy="1480820"/>
          </a:xfrm>
          <a:prstGeom prst="rect">
            <a:avLst/>
          </a:prstGeom>
          <a:solidFill>
            <a:srgbClr val="1C4F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44000" anchor="ctr">
            <a:normAutofit/>
          </a:bodyPr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229621"/>
            <a:ext cx="10515600" cy="981635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1C4FA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838200" y="1607129"/>
            <a:ext cx="10515600" cy="4627416"/>
          </a:xfrm>
        </p:spPr>
        <p:txBody>
          <a:bodyPr/>
          <a:lstStyle>
            <a:lvl1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8001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2573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573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1145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596153" y="321363"/>
            <a:ext cx="206188" cy="798151"/>
          </a:xfrm>
          <a:prstGeom prst="rect">
            <a:avLst/>
          </a:prstGeom>
          <a:solidFill>
            <a:srgbClr val="1C4F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418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29920" y="4747895"/>
            <a:ext cx="2016125" cy="1786890"/>
          </a:xfrm>
          <a:prstGeom prst="rect">
            <a:avLst/>
          </a:prstGeom>
          <a:solidFill>
            <a:srgbClr val="1C4F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44000" anchor="ctr">
            <a:normAutofit/>
          </a:bodyPr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2C79FF2B-6E2D-4520-B943-66BD6179AB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3EEF2FA0-A355-48BD-A594-3AF07E9DB4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灯片编号占位符 5"/>
          <p:cNvSpPr txBox="1"/>
          <p:nvPr/>
        </p:nvSpPr>
        <p:spPr>
          <a:xfrm>
            <a:off x="4953157" y="3458285"/>
            <a:ext cx="350722" cy="160216"/>
          </a:xfrm>
          <a:prstGeom prst="rect">
            <a:avLst/>
          </a:prstGeom>
          <a:noFill/>
          <a:ln w="9525">
            <a:noFill/>
          </a:ln>
        </p:spPr>
        <p:txBody>
          <a:bodyPr lIns="43113" tIns="21556" rIns="43113" bIns="21556" anchor="ctr" anchorCtr="0"/>
          <a:p>
            <a:pPr lvl="0" algn="r"/>
            <a:fld id="{9A0DB2DC-4C9A-4742-B13C-FB6460FD3503}" type="slidenum">
              <a:rPr lang="zh-CN" altLang="en-US" sz="525" dirty="0">
                <a:solidFill>
                  <a:schemeClr val="bg1"/>
                </a:solidFill>
                <a:latin typeface="Arial" panose="020B0604020202020204" pitchFamily="34" charset="0"/>
              </a:rPr>
            </a:fld>
            <a:endParaRPr lang="zh-CN" altLang="en-US" sz="525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253" name="灯片编号占位符 3"/>
          <p:cNvSpPr txBox="1"/>
          <p:nvPr/>
        </p:nvSpPr>
        <p:spPr>
          <a:xfrm>
            <a:off x="4459626" y="3511073"/>
            <a:ext cx="839002" cy="124097"/>
          </a:xfrm>
          <a:prstGeom prst="rect">
            <a:avLst/>
          </a:prstGeom>
          <a:noFill/>
          <a:ln w="9525">
            <a:noFill/>
          </a:ln>
        </p:spPr>
        <p:txBody>
          <a:bodyPr lIns="43113" tIns="21556" rIns="43113" bIns="21556"/>
          <a:p>
            <a:pPr lvl="0" algn="ctr" eaLnBrk="1" hangingPunct="1"/>
            <a:r>
              <a:rPr lang="de-DE" altLang="en-US" sz="52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fld id="{9A0DB2DC-4C9A-4742-B13C-FB6460FD3503}" type="slidenum">
              <a:rPr lang="zh-CN" altLang="en-US" sz="52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52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6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2903855" y="1968500"/>
            <a:ext cx="6384290" cy="1007745"/>
          </a:xfrm>
        </p:spPr>
        <p:txBody>
          <a:bodyPr wrap="none" anchor="b" anchorCtr="0">
            <a:noAutofit/>
          </a:bodyPr>
          <a:lstStyle>
            <a:lvl1pPr marL="0" indent="0" algn="ctr">
              <a:buNone/>
              <a:defRPr sz="6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906395" y="3159125"/>
            <a:ext cx="6384290" cy="1051560"/>
          </a:xfrm>
        </p:spPr>
        <p:txBody>
          <a:bodyPr wrap="square" anchor="t" anchorCtr="0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EFA72-B597-4764-8F40-16D6E0462F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0CFE31-5CE2-411D-9BC3-09733CB3E56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3" Type="http://schemas.openxmlformats.org/officeDocument/2006/relationships/slideLayout" Target="../slideLayouts/slideLayout13.xml"/><Relationship Id="rId22" Type="http://schemas.openxmlformats.org/officeDocument/2006/relationships/tags" Target="../tags/tag113.xml"/><Relationship Id="rId21" Type="http://schemas.openxmlformats.org/officeDocument/2006/relationships/tags" Target="../tags/tag112.xml"/><Relationship Id="rId20" Type="http://schemas.openxmlformats.org/officeDocument/2006/relationships/tags" Target="../tags/tag111.xml"/><Relationship Id="rId2" Type="http://schemas.openxmlformats.org/officeDocument/2006/relationships/tags" Target="../tags/tag93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tags" Target="../tags/tag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5" Type="http://schemas.openxmlformats.org/officeDocument/2006/relationships/slideLayout" Target="../slideLayouts/slideLayout13.xml"/><Relationship Id="rId14" Type="http://schemas.openxmlformats.org/officeDocument/2006/relationships/tags" Target="../tags/tag127.xml"/><Relationship Id="rId13" Type="http://schemas.openxmlformats.org/officeDocument/2006/relationships/tags" Target="../tags/tag126.xml"/><Relationship Id="rId12" Type="http://schemas.openxmlformats.org/officeDocument/2006/relationships/tags" Target="../tags/tag125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tags" Target="../tags/tag11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37.xml"/><Relationship Id="rId8" Type="http://schemas.openxmlformats.org/officeDocument/2006/relationships/tags" Target="../tags/tag136.xml"/><Relationship Id="rId7" Type="http://schemas.openxmlformats.org/officeDocument/2006/relationships/tags" Target="../tags/tag135.xml"/><Relationship Id="rId6" Type="http://schemas.openxmlformats.org/officeDocument/2006/relationships/image" Target="../media/image4.jpeg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image" Target="../media/image3.jpe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3.xml"/><Relationship Id="rId10" Type="http://schemas.openxmlformats.org/officeDocument/2006/relationships/tags" Target="../tags/tag138.xml"/><Relationship Id="rId1" Type="http://schemas.openxmlformats.org/officeDocument/2006/relationships/tags" Target="../tags/tag13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image" Target="../media/image5.jpeg"/><Relationship Id="rId12" Type="http://schemas.openxmlformats.org/officeDocument/2006/relationships/slideLayout" Target="../slideLayouts/slideLayout13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tags" Target="../tags/tag14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72.xml"/><Relationship Id="rId8" Type="http://schemas.openxmlformats.org/officeDocument/2006/relationships/tags" Target="../tags/tag171.xml"/><Relationship Id="rId7" Type="http://schemas.openxmlformats.org/officeDocument/2006/relationships/tags" Target="../tags/tag170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5" Type="http://schemas.openxmlformats.org/officeDocument/2006/relationships/notesSlide" Target="../notesSlides/notesSlide4.xml"/><Relationship Id="rId34" Type="http://schemas.openxmlformats.org/officeDocument/2006/relationships/slideLayout" Target="../slideLayouts/slideLayout13.xml"/><Relationship Id="rId33" Type="http://schemas.openxmlformats.org/officeDocument/2006/relationships/tags" Target="../tags/tag188.xml"/><Relationship Id="rId32" Type="http://schemas.openxmlformats.org/officeDocument/2006/relationships/image" Target="../media/image13.svg"/><Relationship Id="rId31" Type="http://schemas.openxmlformats.org/officeDocument/2006/relationships/image" Target="../media/image12.png"/><Relationship Id="rId30" Type="http://schemas.openxmlformats.org/officeDocument/2006/relationships/tags" Target="../tags/tag187.xml"/><Relationship Id="rId3" Type="http://schemas.openxmlformats.org/officeDocument/2006/relationships/tags" Target="../tags/tag166.xml"/><Relationship Id="rId29" Type="http://schemas.openxmlformats.org/officeDocument/2006/relationships/tags" Target="../tags/tag186.xml"/><Relationship Id="rId28" Type="http://schemas.openxmlformats.org/officeDocument/2006/relationships/image" Target="../media/image11.svg"/><Relationship Id="rId27" Type="http://schemas.openxmlformats.org/officeDocument/2006/relationships/image" Target="../media/image10.png"/><Relationship Id="rId26" Type="http://schemas.openxmlformats.org/officeDocument/2006/relationships/tags" Target="../tags/tag185.xml"/><Relationship Id="rId25" Type="http://schemas.openxmlformats.org/officeDocument/2006/relationships/tags" Target="../tags/tag184.xml"/><Relationship Id="rId24" Type="http://schemas.openxmlformats.org/officeDocument/2006/relationships/image" Target="../media/image9.svg"/><Relationship Id="rId23" Type="http://schemas.openxmlformats.org/officeDocument/2006/relationships/image" Target="../media/image8.png"/><Relationship Id="rId22" Type="http://schemas.openxmlformats.org/officeDocument/2006/relationships/tags" Target="../tags/tag183.xml"/><Relationship Id="rId21" Type="http://schemas.openxmlformats.org/officeDocument/2006/relationships/tags" Target="../tags/tag182.xml"/><Relationship Id="rId20" Type="http://schemas.openxmlformats.org/officeDocument/2006/relationships/image" Target="../media/image7.svg"/><Relationship Id="rId2" Type="http://schemas.openxmlformats.org/officeDocument/2006/relationships/tags" Target="../tags/tag165.xml"/><Relationship Id="rId19" Type="http://schemas.openxmlformats.org/officeDocument/2006/relationships/image" Target="../media/image6.png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tags" Target="../tags/tag173.xml"/><Relationship Id="rId1" Type="http://schemas.openxmlformats.org/officeDocument/2006/relationships/tags" Target="../tags/tag16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tags" Target="../tags/tag18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99.xml"/><Relationship Id="rId8" Type="http://schemas.openxmlformats.org/officeDocument/2006/relationships/tags" Target="../tags/tag198.xml"/><Relationship Id="rId7" Type="http://schemas.openxmlformats.org/officeDocument/2006/relationships/tags" Target="../tags/tag197.xml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Relationship Id="rId3" Type="http://schemas.openxmlformats.org/officeDocument/2006/relationships/image" Target="../media/image14.jpeg"/><Relationship Id="rId2" Type="http://schemas.openxmlformats.org/officeDocument/2006/relationships/tags" Target="../tags/tag193.xml"/><Relationship Id="rId13" Type="http://schemas.openxmlformats.org/officeDocument/2006/relationships/slideLayout" Target="../slideLayouts/slideLayout13.xml"/><Relationship Id="rId12" Type="http://schemas.openxmlformats.org/officeDocument/2006/relationships/tags" Target="../tags/tag201.xml"/><Relationship Id="rId11" Type="http://schemas.openxmlformats.org/officeDocument/2006/relationships/tags" Target="../tags/tag200.xml"/><Relationship Id="rId10" Type="http://schemas.openxmlformats.org/officeDocument/2006/relationships/image" Target="../media/image15.jpeg"/><Relationship Id="rId1" Type="http://schemas.openxmlformats.org/officeDocument/2006/relationships/tags" Target="../tags/tag19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03.xml"/><Relationship Id="rId1" Type="http://schemas.openxmlformats.org/officeDocument/2006/relationships/tags" Target="../tags/tag20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4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07.xml"/><Relationship Id="rId2" Type="http://schemas.openxmlformats.org/officeDocument/2006/relationships/tags" Target="../tags/tag206.xml"/><Relationship Id="rId1" Type="http://schemas.openxmlformats.org/officeDocument/2006/relationships/tags" Target="../tags/tag205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09.xml"/><Relationship Id="rId1" Type="http://schemas.openxmlformats.org/officeDocument/2006/relationships/tags" Target="../tags/tag208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21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tags" Target="../tags/tag210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14.xml"/><Relationship Id="rId2" Type="http://schemas.openxmlformats.org/officeDocument/2006/relationships/tags" Target="../tags/tag213.xml"/><Relationship Id="rId1" Type="http://schemas.openxmlformats.org/officeDocument/2006/relationships/tags" Target="../tags/tag212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9" Type="http://schemas.openxmlformats.org/officeDocument/2006/relationships/notesSlide" Target="../notesSlides/notesSlide8.xml"/><Relationship Id="rId18" Type="http://schemas.openxmlformats.org/officeDocument/2006/relationships/slideLayout" Target="../slideLayouts/slideLayout13.xml"/><Relationship Id="rId17" Type="http://schemas.openxmlformats.org/officeDocument/2006/relationships/tags" Target="../tags/tag231.xml"/><Relationship Id="rId16" Type="http://schemas.openxmlformats.org/officeDocument/2006/relationships/tags" Target="../tags/tag230.xml"/><Relationship Id="rId15" Type="http://schemas.openxmlformats.org/officeDocument/2006/relationships/tags" Target="../tags/tag229.xml"/><Relationship Id="rId14" Type="http://schemas.openxmlformats.org/officeDocument/2006/relationships/tags" Target="../tags/tag228.xml"/><Relationship Id="rId13" Type="http://schemas.openxmlformats.org/officeDocument/2006/relationships/tags" Target="../tags/tag227.xml"/><Relationship Id="rId12" Type="http://schemas.openxmlformats.org/officeDocument/2006/relationships/tags" Target="../tags/tag226.xml"/><Relationship Id="rId11" Type="http://schemas.openxmlformats.org/officeDocument/2006/relationships/tags" Target="../tags/tag225.xml"/><Relationship Id="rId10" Type="http://schemas.openxmlformats.org/officeDocument/2006/relationships/tags" Target="../tags/tag224.xml"/><Relationship Id="rId1" Type="http://schemas.openxmlformats.org/officeDocument/2006/relationships/tags" Target="../tags/tag215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240.xml"/><Relationship Id="rId8" Type="http://schemas.openxmlformats.org/officeDocument/2006/relationships/tags" Target="../tags/tag239.xml"/><Relationship Id="rId7" Type="http://schemas.openxmlformats.org/officeDocument/2006/relationships/tags" Target="../tags/tag238.xml"/><Relationship Id="rId6" Type="http://schemas.openxmlformats.org/officeDocument/2006/relationships/tags" Target="../tags/tag237.xml"/><Relationship Id="rId5" Type="http://schemas.openxmlformats.org/officeDocument/2006/relationships/tags" Target="../tags/tag236.xml"/><Relationship Id="rId4" Type="http://schemas.openxmlformats.org/officeDocument/2006/relationships/tags" Target="../tags/tag235.xml"/><Relationship Id="rId3" Type="http://schemas.openxmlformats.org/officeDocument/2006/relationships/tags" Target="../tags/tag234.xml"/><Relationship Id="rId2" Type="http://schemas.openxmlformats.org/officeDocument/2006/relationships/tags" Target="../tags/tag233.xml"/><Relationship Id="rId14" Type="http://schemas.openxmlformats.org/officeDocument/2006/relationships/slideLayout" Target="../slideLayouts/slideLayout13.xml"/><Relationship Id="rId13" Type="http://schemas.openxmlformats.org/officeDocument/2006/relationships/tags" Target="../tags/tag244.xml"/><Relationship Id="rId12" Type="http://schemas.openxmlformats.org/officeDocument/2006/relationships/tags" Target="../tags/tag243.xml"/><Relationship Id="rId11" Type="http://schemas.openxmlformats.org/officeDocument/2006/relationships/tags" Target="../tags/tag242.xml"/><Relationship Id="rId10" Type="http://schemas.openxmlformats.org/officeDocument/2006/relationships/tags" Target="../tags/tag241.xml"/><Relationship Id="rId1" Type="http://schemas.openxmlformats.org/officeDocument/2006/relationships/tags" Target="../tags/tag23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46.xml"/><Relationship Id="rId1" Type="http://schemas.openxmlformats.org/officeDocument/2006/relationships/tags" Target="../tags/tag245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49.xml"/><Relationship Id="rId2" Type="http://schemas.openxmlformats.org/officeDocument/2006/relationships/tags" Target="../tags/tag248.xml"/><Relationship Id="rId1" Type="http://schemas.openxmlformats.org/officeDocument/2006/relationships/tags" Target="../tags/tag247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51.xml"/><Relationship Id="rId2" Type="http://schemas.openxmlformats.org/officeDocument/2006/relationships/image" Target="../media/image19.png"/><Relationship Id="rId1" Type="http://schemas.openxmlformats.org/officeDocument/2006/relationships/tags" Target="../tags/tag25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53.xml"/><Relationship Id="rId1" Type="http://schemas.openxmlformats.org/officeDocument/2006/relationships/tags" Target="../tags/tag25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XX AI</a:t>
            </a:r>
            <a:r>
              <a:rPr lang="zh-CN" altLang="en-US" dirty="0"/>
              <a:t>系统落地方案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7458710" y="3604895"/>
            <a:ext cx="3832225" cy="2036445"/>
          </a:xfrm>
        </p:spPr>
        <p:txBody>
          <a:bodyPr>
            <a:noAutofit/>
          </a:bodyPr>
          <a:lstStyle/>
          <a:p>
            <a:pPr algn="l" fontAlgn="auto"/>
            <a:r>
              <a:rPr lang="zh-CN" altLang="en-US" sz="1600" dirty="0"/>
              <a:t>汇报人</a:t>
            </a:r>
            <a:r>
              <a:rPr lang="en-US" altLang="zh-CN" sz="1600" dirty="0"/>
              <a:t>:  Z</a:t>
            </a:r>
            <a:r>
              <a:rPr lang="zh-CN" altLang="en-US" sz="1600" dirty="0"/>
              <a:t>小组</a:t>
            </a:r>
            <a:r>
              <a:rPr lang="en-US" altLang="zh-CN" sz="1600" dirty="0"/>
              <a:t> 2026/03/12</a:t>
            </a:r>
            <a:endParaRPr lang="en-US" altLang="zh-CN" sz="160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dirty="0"/>
              <a:t>目录</a:t>
            </a:r>
            <a:endParaRPr lang="zh-CN" sz="1800" b="0" dirty="0">
              <a:solidFill>
                <a:schemeClr val="tx1"/>
              </a:solidFill>
            </a:endParaRPr>
          </a:p>
        </p:txBody>
      </p:sp>
      <p:grpSp>
        <p:nvGrpSpPr>
          <p:cNvPr id="5" name="组合 4"/>
          <p:cNvGrpSpPr/>
          <p:nvPr>
            <p:custDataLst>
              <p:tags r:id="rId2"/>
            </p:custDataLst>
          </p:nvPr>
        </p:nvGrpSpPr>
        <p:grpSpPr>
          <a:xfrm>
            <a:off x="3310944" y="1364003"/>
            <a:ext cx="6092327" cy="1158515"/>
            <a:chOff x="3798888" y="1312863"/>
            <a:chExt cx="6094135" cy="1158856"/>
          </a:xfrm>
        </p:grpSpPr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4373563" y="1722418"/>
              <a:ext cx="5519460" cy="749301"/>
            </a:xfrm>
            <a:prstGeom prst="rect">
              <a:avLst/>
            </a:prstGeom>
            <a:noFill/>
          </p:spPr>
          <p:txBody>
            <a:bodyPr>
              <a:normAutofit/>
            </a:bodyPr>
            <a:p>
              <a:pPr>
                <a:defRPr/>
              </a:pPr>
              <a:r>
                <a:rPr lang="zh-CN" altLang="en-US" sz="2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第一步：明确目标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cxnSp>
          <p:nvCxnSpPr>
            <p:cNvPr id="7" name="直接连接符 6"/>
            <p:cNvCxnSpPr/>
            <p:nvPr>
              <p:custDataLst>
                <p:tags r:id="rId4"/>
              </p:custDataLst>
            </p:nvPr>
          </p:nvCxnSpPr>
          <p:spPr>
            <a:xfrm flipH="1">
              <a:off x="3997327" y="1601788"/>
              <a:ext cx="498475" cy="649287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>
              <p:custDataLst>
                <p:tags r:id="rId5"/>
              </p:custDataLst>
            </p:nvPr>
          </p:nvSpPr>
          <p:spPr>
            <a:xfrm>
              <a:off x="3798888" y="1312863"/>
              <a:ext cx="385762" cy="708025"/>
            </a:xfrm>
            <a:prstGeom prst="rect">
              <a:avLst/>
            </a:prstGeom>
            <a:noFill/>
          </p:spPr>
          <p:txBody>
            <a:bodyPr>
              <a:normAutofit/>
            </a:bodyPr>
            <a:p>
              <a:pPr>
                <a:defRPr/>
              </a:pPr>
              <a:r>
                <a:rPr lang="en-US" altLang="zh-CN" sz="2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1</a:t>
              </a:r>
              <a:endPara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6"/>
            </p:custDataLst>
          </p:nvPr>
        </p:nvGrpSpPr>
        <p:grpSpPr>
          <a:xfrm>
            <a:off x="3310944" y="2426580"/>
            <a:ext cx="6092327" cy="1160100"/>
            <a:chOff x="3798888" y="2409825"/>
            <a:chExt cx="6094135" cy="1160440"/>
          </a:xfrm>
        </p:grpSpPr>
        <p:sp>
          <p:nvSpPr>
            <p:cNvPr id="16" name="文本框 15"/>
            <p:cNvSpPr txBox="1"/>
            <p:nvPr>
              <p:custDataLst>
                <p:tags r:id="rId7"/>
              </p:custDataLst>
            </p:nvPr>
          </p:nvSpPr>
          <p:spPr>
            <a:xfrm>
              <a:off x="4373563" y="2820967"/>
              <a:ext cx="5519460" cy="749298"/>
            </a:xfrm>
            <a:prstGeom prst="rect">
              <a:avLst/>
            </a:prstGeom>
            <a:noFill/>
          </p:spPr>
          <p:txBody>
            <a:bodyPr>
              <a:normAutofit/>
            </a:bodyPr>
            <a:p>
              <a:pPr algn="l">
                <a:defRPr/>
              </a:pPr>
              <a:r>
                <a:rPr lang="zh-CN" altLang="en-US" sz="2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第二步：场景识别</a:t>
              </a:r>
              <a:endParaRPr lang="zh-CN" alt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cxnSp>
          <p:nvCxnSpPr>
            <p:cNvPr id="17" name="直接连接符 16"/>
            <p:cNvCxnSpPr/>
            <p:nvPr>
              <p:custDataLst>
                <p:tags r:id="rId8"/>
              </p:custDataLst>
            </p:nvPr>
          </p:nvCxnSpPr>
          <p:spPr>
            <a:xfrm flipH="1">
              <a:off x="3997327" y="2698750"/>
              <a:ext cx="498475" cy="650875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>
              <p:custDataLst>
                <p:tags r:id="rId9"/>
              </p:custDataLst>
            </p:nvPr>
          </p:nvSpPr>
          <p:spPr>
            <a:xfrm>
              <a:off x="3798888" y="2409825"/>
              <a:ext cx="385762" cy="708025"/>
            </a:xfrm>
            <a:prstGeom prst="rect">
              <a:avLst/>
            </a:prstGeom>
            <a:noFill/>
          </p:spPr>
          <p:txBody>
            <a:bodyPr>
              <a:normAutofit/>
            </a:bodyPr>
            <a:p>
              <a:pPr>
                <a:defRPr/>
              </a:pPr>
              <a:r>
                <a:rPr lang="en-US" altLang="zh-CN" sz="2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2</a:t>
              </a:r>
              <a:endPara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>
            <p:custDataLst>
              <p:tags r:id="rId10"/>
            </p:custDataLst>
          </p:nvPr>
        </p:nvGrpSpPr>
        <p:grpSpPr>
          <a:xfrm>
            <a:off x="3310944" y="3490739"/>
            <a:ext cx="6092327" cy="1160104"/>
            <a:chOff x="3798888" y="3508375"/>
            <a:chExt cx="6094135" cy="1160444"/>
          </a:xfrm>
        </p:grpSpPr>
        <p:sp>
          <p:nvSpPr>
            <p:cNvPr id="20" name="文本框 19"/>
            <p:cNvSpPr txBox="1"/>
            <p:nvPr>
              <p:custDataLst>
                <p:tags r:id="rId11"/>
              </p:custDataLst>
            </p:nvPr>
          </p:nvSpPr>
          <p:spPr>
            <a:xfrm>
              <a:off x="4373563" y="3919519"/>
              <a:ext cx="5519460" cy="749300"/>
            </a:xfrm>
            <a:prstGeom prst="rect">
              <a:avLst/>
            </a:prstGeom>
            <a:noFill/>
          </p:spPr>
          <p:txBody>
            <a:bodyPr>
              <a:normAutofit/>
            </a:bodyPr>
            <a:p>
              <a:pPr lvl="0" algn="l">
                <a:buClrTx/>
                <a:buSzTx/>
                <a:buFontTx/>
                <a:defRPr/>
              </a:pPr>
              <a:r>
                <a:rPr lang="zh-CN" altLang="en-US" sz="2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第三步：</a:t>
              </a:r>
              <a:r>
                <a:rPr lang="zh-CN" altLang="en-US" sz="2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重塑流程</a:t>
              </a:r>
              <a:endParaRPr lang="zh-CN" alt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cxnSp>
          <p:nvCxnSpPr>
            <p:cNvPr id="21" name="直接连接符 20"/>
            <p:cNvCxnSpPr/>
            <p:nvPr>
              <p:custDataLst>
                <p:tags r:id="rId12"/>
              </p:custDataLst>
            </p:nvPr>
          </p:nvCxnSpPr>
          <p:spPr>
            <a:xfrm flipH="1">
              <a:off x="3997327" y="3797302"/>
              <a:ext cx="498475" cy="650875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>
              <p:custDataLst>
                <p:tags r:id="rId13"/>
              </p:custDataLst>
            </p:nvPr>
          </p:nvSpPr>
          <p:spPr>
            <a:xfrm>
              <a:off x="3798888" y="3508375"/>
              <a:ext cx="385762" cy="708025"/>
            </a:xfrm>
            <a:prstGeom prst="rect">
              <a:avLst/>
            </a:prstGeom>
            <a:noFill/>
          </p:spPr>
          <p:txBody>
            <a:bodyPr>
              <a:normAutofit/>
            </a:bodyPr>
            <a:p>
              <a:pPr>
                <a:defRPr/>
              </a:pPr>
              <a:r>
                <a:rPr lang="en-US" altLang="zh-CN" sz="2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3</a:t>
              </a:r>
              <a:endPara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1" name="组合 10"/>
          <p:cNvGrpSpPr/>
          <p:nvPr>
            <p:custDataLst>
              <p:tags r:id="rId14"/>
            </p:custDataLst>
          </p:nvPr>
        </p:nvGrpSpPr>
        <p:grpSpPr>
          <a:xfrm>
            <a:off x="3310944" y="4554897"/>
            <a:ext cx="6092327" cy="1160107"/>
            <a:chOff x="3798888" y="4606925"/>
            <a:chExt cx="6094135" cy="1160448"/>
          </a:xfrm>
        </p:grpSpPr>
        <p:sp>
          <p:nvSpPr>
            <p:cNvPr id="24" name="文本框 23"/>
            <p:cNvSpPr txBox="1"/>
            <p:nvPr>
              <p:custDataLst>
                <p:tags r:id="rId15"/>
              </p:custDataLst>
            </p:nvPr>
          </p:nvSpPr>
          <p:spPr>
            <a:xfrm>
              <a:off x="4373563" y="5018072"/>
              <a:ext cx="5519460" cy="749301"/>
            </a:xfrm>
            <a:prstGeom prst="rect">
              <a:avLst/>
            </a:prstGeom>
            <a:noFill/>
          </p:spPr>
          <p:txBody>
            <a:bodyPr>
              <a:normAutofit/>
            </a:bodyPr>
            <a:p>
              <a:pPr lvl="0" algn="l">
                <a:buClrTx/>
                <a:buSzTx/>
                <a:buFontTx/>
                <a:defRPr/>
              </a:pPr>
              <a:r>
                <a:rPr lang="zh-CN" altLang="en-US" sz="2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第四步：组织变革</a:t>
              </a:r>
              <a:endParaRPr lang="zh-CN" alt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cxnSp>
          <p:nvCxnSpPr>
            <p:cNvPr id="25" name="直接连接符 24"/>
            <p:cNvCxnSpPr/>
            <p:nvPr>
              <p:custDataLst>
                <p:tags r:id="rId16"/>
              </p:custDataLst>
            </p:nvPr>
          </p:nvCxnSpPr>
          <p:spPr>
            <a:xfrm flipH="1">
              <a:off x="3997327" y="4895853"/>
              <a:ext cx="498475" cy="649289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>
              <p:custDataLst>
                <p:tags r:id="rId17"/>
              </p:custDataLst>
            </p:nvPr>
          </p:nvSpPr>
          <p:spPr>
            <a:xfrm>
              <a:off x="3798888" y="4606925"/>
              <a:ext cx="385762" cy="708025"/>
            </a:xfrm>
            <a:prstGeom prst="rect">
              <a:avLst/>
            </a:prstGeom>
            <a:noFill/>
          </p:spPr>
          <p:txBody>
            <a:bodyPr>
              <a:normAutofit/>
            </a:bodyPr>
            <a:p>
              <a:pPr>
                <a:defRPr/>
              </a:pPr>
              <a:r>
                <a:rPr lang="en-US" altLang="zh-CN" sz="2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4</a:t>
              </a:r>
              <a:endPara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18"/>
            </p:custDataLst>
          </p:nvPr>
        </p:nvGrpSpPr>
        <p:grpSpPr>
          <a:xfrm>
            <a:off x="3310944" y="5617476"/>
            <a:ext cx="6092327" cy="1160107"/>
            <a:chOff x="3798888" y="4606925"/>
            <a:chExt cx="6094135" cy="1160448"/>
          </a:xfrm>
        </p:grpSpPr>
        <p:sp>
          <p:nvSpPr>
            <p:cNvPr id="28" name="文本框 27"/>
            <p:cNvSpPr txBox="1"/>
            <p:nvPr>
              <p:custDataLst>
                <p:tags r:id="rId19"/>
              </p:custDataLst>
            </p:nvPr>
          </p:nvSpPr>
          <p:spPr>
            <a:xfrm>
              <a:off x="4373563" y="5018072"/>
              <a:ext cx="5519460" cy="749301"/>
            </a:xfrm>
            <a:prstGeom prst="rect">
              <a:avLst/>
            </a:prstGeom>
            <a:noFill/>
          </p:spPr>
          <p:txBody>
            <a:bodyPr>
              <a:normAutofit/>
            </a:bodyPr>
            <a:p>
              <a:pPr lvl="0" algn="l">
                <a:buClrTx/>
                <a:buSzTx/>
                <a:buFontTx/>
                <a:defRPr/>
              </a:pPr>
              <a:r>
                <a:rPr lang="zh-CN" altLang="en-US" sz="2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第五步：数据知识治理</a:t>
              </a:r>
              <a:endParaRPr lang="zh-CN" alt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cxnSp>
          <p:nvCxnSpPr>
            <p:cNvPr id="29" name="直接连接符 28"/>
            <p:cNvCxnSpPr/>
            <p:nvPr>
              <p:custDataLst>
                <p:tags r:id="rId20"/>
              </p:custDataLst>
            </p:nvPr>
          </p:nvCxnSpPr>
          <p:spPr>
            <a:xfrm flipH="1">
              <a:off x="3997327" y="4895853"/>
              <a:ext cx="498475" cy="649289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/>
            <p:cNvSpPr txBox="1"/>
            <p:nvPr>
              <p:custDataLst>
                <p:tags r:id="rId21"/>
              </p:custDataLst>
            </p:nvPr>
          </p:nvSpPr>
          <p:spPr>
            <a:xfrm>
              <a:off x="3798888" y="4606925"/>
              <a:ext cx="385762" cy="708025"/>
            </a:xfrm>
            <a:prstGeom prst="rect">
              <a:avLst/>
            </a:prstGeom>
            <a:noFill/>
          </p:spPr>
          <p:txBody>
            <a:bodyPr>
              <a:normAutofit/>
            </a:bodyPr>
            <a:p>
              <a:pPr>
                <a:defRPr/>
              </a:pPr>
              <a:r>
                <a:rPr lang="en-US" altLang="zh-CN" sz="2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5</a:t>
              </a:r>
              <a:endPara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2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dirty="0">
                <a:sym typeface="+mn-ea"/>
              </a:rPr>
              <a:t>目录</a:t>
            </a:r>
            <a:endParaRPr lang="zh-CN" altLang="en-US" sz="1800" b="0" dirty="0">
              <a:solidFill>
                <a:schemeClr val="tx1"/>
              </a:solidFill>
            </a:endParaRPr>
          </a:p>
        </p:txBody>
      </p:sp>
      <p:grpSp>
        <p:nvGrpSpPr>
          <p:cNvPr id="5" name="组合 4"/>
          <p:cNvGrpSpPr/>
          <p:nvPr>
            <p:custDataLst>
              <p:tags r:id="rId2"/>
            </p:custDataLst>
          </p:nvPr>
        </p:nvGrpSpPr>
        <p:grpSpPr>
          <a:xfrm>
            <a:off x="3310944" y="1364003"/>
            <a:ext cx="6092327" cy="1158515"/>
            <a:chOff x="3798888" y="1312863"/>
            <a:chExt cx="6094135" cy="1158856"/>
          </a:xfrm>
        </p:grpSpPr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4373563" y="1722418"/>
              <a:ext cx="5519460" cy="749301"/>
            </a:xfrm>
            <a:prstGeom prst="rect">
              <a:avLst/>
            </a:prstGeom>
            <a:noFill/>
          </p:spPr>
          <p:txBody>
            <a:bodyPr>
              <a:normAutofit/>
            </a:bodyPr>
            <a:p>
              <a:pPr lvl="0" algn="l">
                <a:buClrTx/>
                <a:buSzTx/>
                <a:buFontTx/>
                <a:defRPr/>
              </a:pPr>
              <a:r>
                <a:rPr lang="zh-CN" altLang="en-US" sz="2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第六步：</a:t>
              </a:r>
              <a:r>
                <a:rPr lang="zh-CN" altLang="en-US" sz="2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IT</a:t>
              </a:r>
              <a:r>
                <a:rPr lang="zh-CN" altLang="en-US" sz="2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落地</a:t>
              </a:r>
              <a:endParaRPr lang="zh-CN" alt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cxnSp>
          <p:nvCxnSpPr>
            <p:cNvPr id="7" name="直接连接符 6"/>
            <p:cNvCxnSpPr/>
            <p:nvPr>
              <p:custDataLst>
                <p:tags r:id="rId4"/>
              </p:custDataLst>
            </p:nvPr>
          </p:nvCxnSpPr>
          <p:spPr>
            <a:xfrm flipH="1">
              <a:off x="3997327" y="1601788"/>
              <a:ext cx="498475" cy="649287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>
              <p:custDataLst>
                <p:tags r:id="rId5"/>
              </p:custDataLst>
            </p:nvPr>
          </p:nvSpPr>
          <p:spPr>
            <a:xfrm>
              <a:off x="3798888" y="1312863"/>
              <a:ext cx="385762" cy="708025"/>
            </a:xfrm>
            <a:prstGeom prst="rect">
              <a:avLst/>
            </a:prstGeom>
            <a:noFill/>
          </p:spPr>
          <p:txBody>
            <a:bodyPr>
              <a:normAutofit/>
            </a:bodyPr>
            <a:p>
              <a:pPr>
                <a:defRPr/>
              </a:pPr>
              <a:r>
                <a:rPr lang="en-US" altLang="zh-CN" sz="2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6</a:t>
              </a:r>
              <a:endPara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6"/>
            </p:custDataLst>
          </p:nvPr>
        </p:nvGrpSpPr>
        <p:grpSpPr>
          <a:xfrm>
            <a:off x="3310944" y="2426580"/>
            <a:ext cx="6092327" cy="1160100"/>
            <a:chOff x="3798888" y="2409825"/>
            <a:chExt cx="6094135" cy="1160440"/>
          </a:xfrm>
        </p:grpSpPr>
        <p:sp>
          <p:nvSpPr>
            <p:cNvPr id="16" name="文本框 15"/>
            <p:cNvSpPr txBox="1"/>
            <p:nvPr>
              <p:custDataLst>
                <p:tags r:id="rId7"/>
              </p:custDataLst>
            </p:nvPr>
          </p:nvSpPr>
          <p:spPr>
            <a:xfrm>
              <a:off x="4373563" y="2820967"/>
              <a:ext cx="5519460" cy="749298"/>
            </a:xfrm>
            <a:prstGeom prst="rect">
              <a:avLst/>
            </a:prstGeom>
            <a:noFill/>
          </p:spPr>
          <p:txBody>
            <a:bodyPr>
              <a:normAutofit/>
            </a:bodyPr>
            <a:p>
              <a:pPr algn="l">
                <a:defRPr/>
              </a:pPr>
              <a:r>
                <a:rPr lang="zh-CN" altLang="en-US" sz="2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第七步：</a:t>
              </a:r>
              <a:r>
                <a:rPr lang="en-US" altLang="zh-CN" sz="2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AI</a:t>
              </a:r>
              <a:r>
                <a:rPr lang="zh-CN" altLang="en-US" sz="2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融入业务</a:t>
              </a:r>
              <a:endParaRPr lang="zh-CN" alt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cxnSp>
          <p:nvCxnSpPr>
            <p:cNvPr id="17" name="直接连接符 16"/>
            <p:cNvCxnSpPr/>
            <p:nvPr>
              <p:custDataLst>
                <p:tags r:id="rId8"/>
              </p:custDataLst>
            </p:nvPr>
          </p:nvCxnSpPr>
          <p:spPr>
            <a:xfrm flipH="1">
              <a:off x="3997327" y="2698750"/>
              <a:ext cx="498475" cy="650875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>
              <p:custDataLst>
                <p:tags r:id="rId9"/>
              </p:custDataLst>
            </p:nvPr>
          </p:nvSpPr>
          <p:spPr>
            <a:xfrm>
              <a:off x="3798888" y="2409825"/>
              <a:ext cx="385762" cy="708025"/>
            </a:xfrm>
            <a:prstGeom prst="rect">
              <a:avLst/>
            </a:prstGeom>
            <a:noFill/>
          </p:spPr>
          <p:txBody>
            <a:bodyPr>
              <a:normAutofit/>
            </a:bodyPr>
            <a:p>
              <a:pPr>
                <a:defRPr/>
              </a:pPr>
              <a:r>
                <a:rPr lang="en-US" altLang="zh-CN" sz="2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7</a:t>
              </a:r>
              <a:endPara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>
            <p:custDataLst>
              <p:tags r:id="rId10"/>
            </p:custDataLst>
          </p:nvPr>
        </p:nvGrpSpPr>
        <p:grpSpPr>
          <a:xfrm>
            <a:off x="3310944" y="3490739"/>
            <a:ext cx="6092327" cy="1160104"/>
            <a:chOff x="3798888" y="3508375"/>
            <a:chExt cx="6094135" cy="1160444"/>
          </a:xfrm>
        </p:grpSpPr>
        <p:sp>
          <p:nvSpPr>
            <p:cNvPr id="20" name="文本框 19"/>
            <p:cNvSpPr txBox="1"/>
            <p:nvPr>
              <p:custDataLst>
                <p:tags r:id="rId11"/>
              </p:custDataLst>
            </p:nvPr>
          </p:nvSpPr>
          <p:spPr>
            <a:xfrm>
              <a:off x="4373563" y="3919519"/>
              <a:ext cx="5519460" cy="749300"/>
            </a:xfrm>
            <a:prstGeom prst="rect">
              <a:avLst/>
            </a:prstGeom>
            <a:noFill/>
          </p:spPr>
          <p:txBody>
            <a:bodyPr>
              <a:normAutofit/>
            </a:bodyPr>
            <a:p>
              <a:pPr lvl="0" algn="l">
                <a:buClrTx/>
                <a:buSzTx/>
                <a:buFontTx/>
                <a:defRPr/>
              </a:pPr>
              <a:r>
                <a:rPr lang="zh-CN" altLang="en-US" sz="2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第八步：持续运营</a:t>
              </a:r>
              <a:endParaRPr lang="zh-CN" alt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cxnSp>
          <p:nvCxnSpPr>
            <p:cNvPr id="21" name="直接连接符 20"/>
            <p:cNvCxnSpPr/>
            <p:nvPr>
              <p:custDataLst>
                <p:tags r:id="rId12"/>
              </p:custDataLst>
            </p:nvPr>
          </p:nvCxnSpPr>
          <p:spPr>
            <a:xfrm flipH="1">
              <a:off x="3997327" y="3797302"/>
              <a:ext cx="498475" cy="650875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>
              <p:custDataLst>
                <p:tags r:id="rId13"/>
              </p:custDataLst>
            </p:nvPr>
          </p:nvSpPr>
          <p:spPr>
            <a:xfrm>
              <a:off x="3798888" y="3508375"/>
              <a:ext cx="385762" cy="708025"/>
            </a:xfrm>
            <a:prstGeom prst="rect">
              <a:avLst/>
            </a:prstGeom>
            <a:noFill/>
          </p:spPr>
          <p:txBody>
            <a:bodyPr>
              <a:normAutofit/>
            </a:bodyPr>
            <a:p>
              <a:pPr>
                <a:defRPr/>
              </a:pPr>
              <a:r>
                <a:rPr lang="en-US" altLang="zh-CN" sz="2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Arial" panose="020B0604020202020204" pitchFamily="34" charset="0"/>
                </a:rPr>
                <a:t>8</a:t>
              </a:r>
              <a:endPara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1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chemeClr val="tx1"/>
                </a:solidFill>
              </a:rPr>
              <a:t>第一步：明确目标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01</a:t>
            </a:r>
            <a:endParaRPr lang="en-US" altLang="en-US">
              <a:solidFill>
                <a:schemeClr val="accent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C:/Users/dell/AppData/Roaming/Kingsoft/office6/wppai/generateppt/f08b41791d017bb9cdd92bab8f9292a2.jpgf08b41791d017bb9cdd92bab8f9292a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3941" r="3941"/>
          <a:stretch>
            <a:fillRect/>
          </a:stretch>
        </p:blipFill>
        <p:spPr>
          <a:xfrm>
            <a:off x="2274927" y="1799464"/>
            <a:ext cx="2627340" cy="2805145"/>
          </a:xfrm>
          <a:custGeom>
            <a:avLst/>
            <a:gdLst>
              <a:gd name="connsiteX0" fmla="*/ 1313698 w 2627403"/>
              <a:gd name="connsiteY0" fmla="*/ 0 h 2805212"/>
              <a:gd name="connsiteX1" fmla="*/ 1393218 w 2627403"/>
              <a:gd name="connsiteY1" fmla="*/ 19125 h 2805212"/>
              <a:gd name="connsiteX2" fmla="*/ 2529110 w 2627403"/>
              <a:gd name="connsiteY2" fmla="*/ 587071 h 2805212"/>
              <a:gd name="connsiteX3" fmla="*/ 2627403 w 2627403"/>
              <a:gd name="connsiteY3" fmla="*/ 746105 h 2805212"/>
              <a:gd name="connsiteX4" fmla="*/ 2627403 w 2627403"/>
              <a:gd name="connsiteY4" fmla="*/ 2059094 h 2805212"/>
              <a:gd name="connsiteX5" fmla="*/ 2529117 w 2627403"/>
              <a:gd name="connsiteY5" fmla="*/ 2218139 h 2805212"/>
              <a:gd name="connsiteX6" fmla="*/ 1393225 w 2627403"/>
              <a:gd name="connsiteY6" fmla="*/ 2786085 h 2805212"/>
              <a:gd name="connsiteX7" fmla="*/ 1234185 w 2627403"/>
              <a:gd name="connsiteY7" fmla="*/ 2786089 h 2805212"/>
              <a:gd name="connsiteX8" fmla="*/ 98293 w 2627403"/>
              <a:gd name="connsiteY8" fmla="*/ 2218143 h 2805212"/>
              <a:gd name="connsiteX9" fmla="*/ 0 w 2627403"/>
              <a:gd name="connsiteY9" fmla="*/ 2059109 h 2805212"/>
              <a:gd name="connsiteX10" fmla="*/ 0 w 2627403"/>
              <a:gd name="connsiteY10" fmla="*/ 746120 h 2805212"/>
              <a:gd name="connsiteX11" fmla="*/ 98286 w 2627403"/>
              <a:gd name="connsiteY11" fmla="*/ 587075 h 2805212"/>
              <a:gd name="connsiteX12" fmla="*/ 1234178 w 2627403"/>
              <a:gd name="connsiteY12" fmla="*/ 19129 h 2805212"/>
              <a:gd name="connsiteX13" fmla="*/ 1313698 w 2627403"/>
              <a:gd name="connsiteY13" fmla="*/ 0 h 2805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27403" h="2805212">
                <a:moveTo>
                  <a:pt x="1313698" y="0"/>
                </a:moveTo>
                <a:cubicBezTo>
                  <a:pt x="1340707" y="-1"/>
                  <a:pt x="1367716" y="6374"/>
                  <a:pt x="1393218" y="19125"/>
                </a:cubicBezTo>
                <a:cubicBezTo>
                  <a:pt x="1444222" y="44627"/>
                  <a:pt x="2467209" y="556120"/>
                  <a:pt x="2529110" y="587071"/>
                </a:cubicBezTo>
                <a:cubicBezTo>
                  <a:pt x="2591012" y="618021"/>
                  <a:pt x="2627404" y="676896"/>
                  <a:pt x="2627403" y="746105"/>
                </a:cubicBezTo>
                <a:lnTo>
                  <a:pt x="2627403" y="2059094"/>
                </a:lnTo>
                <a:cubicBezTo>
                  <a:pt x="2627404" y="2128301"/>
                  <a:pt x="2591020" y="2187187"/>
                  <a:pt x="2529117" y="2218139"/>
                </a:cubicBezTo>
                <a:cubicBezTo>
                  <a:pt x="2467217" y="2249089"/>
                  <a:pt x="1444230" y="2760582"/>
                  <a:pt x="1393225" y="2786085"/>
                </a:cubicBezTo>
                <a:cubicBezTo>
                  <a:pt x="1342222" y="2811586"/>
                  <a:pt x="1285190" y="2811590"/>
                  <a:pt x="1234185" y="2786089"/>
                </a:cubicBezTo>
                <a:cubicBezTo>
                  <a:pt x="1183181" y="2760586"/>
                  <a:pt x="160195" y="2249092"/>
                  <a:pt x="98293" y="2218143"/>
                </a:cubicBezTo>
                <a:cubicBezTo>
                  <a:pt x="36393" y="2187191"/>
                  <a:pt x="1" y="2128316"/>
                  <a:pt x="0" y="2059109"/>
                </a:cubicBezTo>
                <a:cubicBezTo>
                  <a:pt x="1" y="1989900"/>
                  <a:pt x="1" y="815327"/>
                  <a:pt x="0" y="746120"/>
                </a:cubicBezTo>
                <a:cubicBezTo>
                  <a:pt x="1" y="676911"/>
                  <a:pt x="36386" y="618025"/>
                  <a:pt x="98286" y="587075"/>
                </a:cubicBezTo>
                <a:cubicBezTo>
                  <a:pt x="160188" y="556123"/>
                  <a:pt x="1183174" y="44630"/>
                  <a:pt x="1234178" y="19129"/>
                </a:cubicBezTo>
                <a:cubicBezTo>
                  <a:pt x="1259681" y="6378"/>
                  <a:pt x="1286689" y="1"/>
                  <a:pt x="1313698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506596" y="5331885"/>
            <a:ext cx="4162325" cy="11048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降本增效、提升用户体验</a:t>
            </a:r>
            <a:endParaRPr lang="zh-CN" altLang="en-US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2085702" y="4831517"/>
            <a:ext cx="3004748" cy="46226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kern="0" dirty="0">
                <a:solidFill>
                  <a:schemeClr val="accent1"/>
                </a:solidFill>
                <a:latin typeface="+mn-ea"/>
                <a:cs typeface="+mn-ea"/>
              </a:rPr>
              <a:t>业务目标</a:t>
            </a:r>
            <a:endParaRPr lang="zh-CN" altLang="en-US" sz="2800" b="1" kern="0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6" cstate="print"/>
          <a:stretch>
            <a:fillRect/>
          </a:stretch>
        </p:blipFill>
        <p:spPr>
          <a:xfrm>
            <a:off x="7285592" y="1799464"/>
            <a:ext cx="2627340" cy="2805145"/>
          </a:xfrm>
          <a:custGeom>
            <a:avLst/>
            <a:gdLst>
              <a:gd name="connsiteX0" fmla="*/ 1313698 w 2627403"/>
              <a:gd name="connsiteY0" fmla="*/ 0 h 2805212"/>
              <a:gd name="connsiteX1" fmla="*/ 1393218 w 2627403"/>
              <a:gd name="connsiteY1" fmla="*/ 19125 h 2805212"/>
              <a:gd name="connsiteX2" fmla="*/ 2529110 w 2627403"/>
              <a:gd name="connsiteY2" fmla="*/ 587071 h 2805212"/>
              <a:gd name="connsiteX3" fmla="*/ 2627403 w 2627403"/>
              <a:gd name="connsiteY3" fmla="*/ 746105 h 2805212"/>
              <a:gd name="connsiteX4" fmla="*/ 2627403 w 2627403"/>
              <a:gd name="connsiteY4" fmla="*/ 2059094 h 2805212"/>
              <a:gd name="connsiteX5" fmla="*/ 2529117 w 2627403"/>
              <a:gd name="connsiteY5" fmla="*/ 2218139 h 2805212"/>
              <a:gd name="connsiteX6" fmla="*/ 1393225 w 2627403"/>
              <a:gd name="connsiteY6" fmla="*/ 2786085 h 2805212"/>
              <a:gd name="connsiteX7" fmla="*/ 1234185 w 2627403"/>
              <a:gd name="connsiteY7" fmla="*/ 2786089 h 2805212"/>
              <a:gd name="connsiteX8" fmla="*/ 98293 w 2627403"/>
              <a:gd name="connsiteY8" fmla="*/ 2218143 h 2805212"/>
              <a:gd name="connsiteX9" fmla="*/ 0 w 2627403"/>
              <a:gd name="connsiteY9" fmla="*/ 2059109 h 2805212"/>
              <a:gd name="connsiteX10" fmla="*/ 0 w 2627403"/>
              <a:gd name="connsiteY10" fmla="*/ 746120 h 2805212"/>
              <a:gd name="connsiteX11" fmla="*/ 98286 w 2627403"/>
              <a:gd name="connsiteY11" fmla="*/ 587075 h 2805212"/>
              <a:gd name="connsiteX12" fmla="*/ 1234178 w 2627403"/>
              <a:gd name="connsiteY12" fmla="*/ 19129 h 2805212"/>
              <a:gd name="connsiteX13" fmla="*/ 1313698 w 2627403"/>
              <a:gd name="connsiteY13" fmla="*/ 0 h 2805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27403" h="2805212">
                <a:moveTo>
                  <a:pt x="1313698" y="0"/>
                </a:moveTo>
                <a:cubicBezTo>
                  <a:pt x="1340707" y="-1"/>
                  <a:pt x="1367715" y="6374"/>
                  <a:pt x="1393218" y="19125"/>
                </a:cubicBezTo>
                <a:cubicBezTo>
                  <a:pt x="1444222" y="44627"/>
                  <a:pt x="2467209" y="556120"/>
                  <a:pt x="2529110" y="587071"/>
                </a:cubicBezTo>
                <a:cubicBezTo>
                  <a:pt x="2591012" y="618021"/>
                  <a:pt x="2627404" y="676896"/>
                  <a:pt x="2627403" y="746105"/>
                </a:cubicBezTo>
                <a:cubicBezTo>
                  <a:pt x="2627404" y="815312"/>
                  <a:pt x="2627404" y="1989885"/>
                  <a:pt x="2627403" y="2059094"/>
                </a:cubicBezTo>
                <a:cubicBezTo>
                  <a:pt x="2627404" y="2128301"/>
                  <a:pt x="2591020" y="2187187"/>
                  <a:pt x="2529117" y="2218139"/>
                </a:cubicBezTo>
                <a:cubicBezTo>
                  <a:pt x="2467217" y="2249089"/>
                  <a:pt x="1444230" y="2760582"/>
                  <a:pt x="1393225" y="2786085"/>
                </a:cubicBezTo>
                <a:cubicBezTo>
                  <a:pt x="1342222" y="2811586"/>
                  <a:pt x="1285190" y="2811590"/>
                  <a:pt x="1234185" y="2786089"/>
                </a:cubicBezTo>
                <a:cubicBezTo>
                  <a:pt x="1183181" y="2760586"/>
                  <a:pt x="160195" y="2249092"/>
                  <a:pt x="98293" y="2218143"/>
                </a:cubicBezTo>
                <a:cubicBezTo>
                  <a:pt x="36393" y="2187191"/>
                  <a:pt x="1" y="2128316"/>
                  <a:pt x="0" y="2059109"/>
                </a:cubicBezTo>
                <a:cubicBezTo>
                  <a:pt x="1" y="1989900"/>
                  <a:pt x="1" y="815327"/>
                  <a:pt x="0" y="746120"/>
                </a:cubicBezTo>
                <a:cubicBezTo>
                  <a:pt x="1" y="676911"/>
                  <a:pt x="36386" y="618025"/>
                  <a:pt x="98286" y="587075"/>
                </a:cubicBezTo>
                <a:cubicBezTo>
                  <a:pt x="160188" y="556123"/>
                  <a:pt x="1183174" y="44630"/>
                  <a:pt x="1234178" y="19129"/>
                </a:cubicBezTo>
                <a:cubicBezTo>
                  <a:pt x="1259681" y="6378"/>
                  <a:pt x="1286689" y="1"/>
                  <a:pt x="1313698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6518531" y="5331885"/>
            <a:ext cx="4162325" cy="11048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OCR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、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RPA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自动核赔后，理赔时间缩至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2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小时，人工减少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80%</a:t>
            </a:r>
            <a:r>
              <a:rPr lang="zh-CN" altLang="en-US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，客户满意度提升至</a:t>
            </a:r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97%</a:t>
            </a:r>
            <a:endParaRPr lang="en-US" altLang="zh-CN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5" name="矩形 14"/>
          <p:cNvSpPr/>
          <p:nvPr>
            <p:custDataLst>
              <p:tags r:id="rId8"/>
            </p:custDataLst>
          </p:nvPr>
        </p:nvSpPr>
        <p:spPr>
          <a:xfrm>
            <a:off x="7097637" y="4831517"/>
            <a:ext cx="3004748" cy="46226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kern="0">
                <a:solidFill>
                  <a:schemeClr val="accent1"/>
                </a:solidFill>
                <a:latin typeface="+mn-ea"/>
                <a:cs typeface="+mn-ea"/>
              </a:rPr>
              <a:t>业务指标</a:t>
            </a:r>
            <a:endParaRPr lang="zh-CN" altLang="en-US" sz="28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951865" y="471170"/>
            <a:ext cx="10800080" cy="53594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chemeClr val="tx1"/>
                </a:solidFill>
              </a:rPr>
              <a:t>场景目标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chemeClr val="tx1"/>
                </a:solidFill>
              </a:rPr>
              <a:t>第二步：场景识别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02</a:t>
            </a:r>
            <a:endParaRPr lang="en-US" altLang="en-US">
              <a:solidFill>
                <a:schemeClr val="accent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59790" y="456565"/>
            <a:ext cx="10800080" cy="53594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chemeClr val="tx1"/>
                </a:solidFill>
              </a:rPr>
              <a:t>场景评分</a:t>
            </a: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30020" y="992505"/>
          <a:ext cx="8229600" cy="5349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239485">
                <a:tc>
                  <a:txBody>
                    <a:bodyPr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子项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得分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239485">
                <a:tc>
                  <a:txBody>
                    <a:bodyPr/>
                    <a:p>
                      <a:pPr algn="l" fontAlgn="t"/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维度</a:t>
                      </a:r>
                      <a:endParaRPr lang="zh-CN" altLang="en-US" sz="12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子项</a:t>
                      </a:r>
                      <a:endParaRPr lang="zh-CN" altLang="en-US" sz="12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得分</a:t>
                      </a:r>
                      <a:endParaRPr lang="zh-CN" altLang="en-US" sz="1200" b="1" i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</a:tr>
              <a:tr h="239485">
                <a:tc>
                  <a:txBody>
                    <a:bodyPr/>
                    <a:p>
                      <a:pPr algn="l" fontAlgn="t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业务价值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V1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价值可度量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</a:tr>
              <a:tr h="239485">
                <a:tc>
                  <a:txBody>
                    <a:bodyPr/>
                    <a:p>
                      <a:pPr algn="l" fontAlgn="t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业务价值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V2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ROI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评估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</a:tr>
              <a:tr h="239485">
                <a:tc>
                  <a:txBody>
                    <a:bodyPr/>
                    <a:p>
                      <a:pPr algn="l" fontAlgn="t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业务价值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平均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</a:tr>
              <a:tr h="239485">
                <a:tc>
                  <a:txBody>
                    <a:bodyPr/>
                    <a:p>
                      <a:pPr algn="l" fontAlgn="t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业务成熟度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B1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Owner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</a:tr>
              <a:tr h="239485">
                <a:tc>
                  <a:txBody>
                    <a:bodyPr/>
                    <a:p>
                      <a:pPr algn="l" fontAlgn="t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业务成熟度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B2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流程固化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</a:tr>
              <a:tr h="239485">
                <a:tc>
                  <a:txBody>
                    <a:bodyPr/>
                    <a:p>
                      <a:pPr algn="l" fontAlgn="t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业务成熟度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B3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数据支持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</a:tr>
              <a:tr h="239485">
                <a:tc>
                  <a:txBody>
                    <a:bodyPr/>
                    <a:p>
                      <a:pPr algn="l" fontAlgn="t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业务成熟度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B4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流程嵌入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</a:tr>
              <a:tr h="239485">
                <a:tc>
                  <a:txBody>
                    <a:bodyPr/>
                    <a:p>
                      <a:pPr algn="l" fontAlgn="t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业务成熟度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B5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场景清晰度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</a:tr>
              <a:tr h="239485">
                <a:tc>
                  <a:txBody>
                    <a:bodyPr/>
                    <a:p>
                      <a:pPr algn="l" fontAlgn="t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业务成熟度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平均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</a:tr>
              <a:tr h="239485">
                <a:tc>
                  <a:txBody>
                    <a:bodyPr/>
                    <a:p>
                      <a:pPr algn="l" fontAlgn="t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技术成熟度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T1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技术先进性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</a:tr>
              <a:tr h="239485">
                <a:tc>
                  <a:txBody>
                    <a:bodyPr/>
                    <a:p>
                      <a:pPr algn="l" fontAlgn="t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技术成熟度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T2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系统部署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</a:tr>
              <a:tr h="239485">
                <a:tc>
                  <a:txBody>
                    <a:bodyPr/>
                    <a:p>
                      <a:pPr algn="l" fontAlgn="t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技术成熟度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T3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推理效果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</a:tr>
              <a:tr h="239485">
                <a:tc>
                  <a:txBody>
                    <a:bodyPr/>
                    <a:p>
                      <a:pPr algn="l" fontAlgn="t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技术成熟度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T4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稳定性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</a:tr>
              <a:tr h="239485">
                <a:tc>
                  <a:txBody>
                    <a:bodyPr/>
                    <a:p>
                      <a:pPr algn="l" fontAlgn="t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技术成熟度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平均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</a:tr>
              <a:tr h="239485">
                <a:tc>
                  <a:txBody>
                    <a:bodyPr/>
                    <a:p>
                      <a:pPr algn="l" fontAlgn="t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持续运营能力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L1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迭代机制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</a:tr>
              <a:tr h="239485">
                <a:tc>
                  <a:txBody>
                    <a:bodyPr/>
                    <a:p>
                      <a:pPr algn="l" fontAlgn="t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持续运营能力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L2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组织支撑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</a:tr>
              <a:tr h="239485">
                <a:tc>
                  <a:txBody>
                    <a:bodyPr/>
                    <a:p>
                      <a:pPr algn="l" fontAlgn="t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持续运营能力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L3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工具平台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</a:tr>
              <a:tr h="285750">
                <a:tc>
                  <a:txBody>
                    <a:bodyPr/>
                    <a:p>
                      <a:pPr algn="l" fontAlgn="t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持续运营能力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L4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数据闭环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</a:tr>
              <a:tr h="239500">
                <a:tc>
                  <a:txBody>
                    <a:bodyPr/>
                    <a:p>
                      <a:pPr algn="l" fontAlgn="t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持续运营能力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平均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</a:tr>
              <a:tr h="239500">
                <a:tc>
                  <a:txBody>
                    <a:bodyPr/>
                    <a:p>
                      <a:pPr algn="l" fontAlgn="t">
                        <a:buNone/>
                      </a:pPr>
                      <a:endParaRPr lang="zh-CN" altLang="en-US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总计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4.1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t" anchorCtr="0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:/Users/dell/AppData/Roaming/Kingsoft/office6/wppai/generateppt/a1252bbe-78b1-4faa-802b-42ffb1c27ef4.jpga1252bbe-78b1-4faa-802b-42ffb1c27ef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41" b="41"/>
          <a:stretch>
            <a:fillRect/>
          </a:stretch>
        </p:blipFill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5" name="矩形: 圆角 14"/>
          <p:cNvSpPr/>
          <p:nvPr>
            <p:custDataLst>
              <p:tags r:id="rId3"/>
            </p:custDataLst>
          </p:nvPr>
        </p:nvSpPr>
        <p:spPr>
          <a:xfrm>
            <a:off x="530225" y="3091180"/>
            <a:ext cx="11129010" cy="3237865"/>
          </a:xfrm>
          <a:prstGeom prst="roundRect">
            <a:avLst>
              <a:gd name="adj" fmla="val 9236"/>
            </a:avLst>
          </a:prstGeom>
          <a:solidFill>
            <a:schemeClr val="lt1">
              <a:lumMod val="100000"/>
            </a:schemeClr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 rtlCol="0" anchor="ctr"/>
          <a:lstStyle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525270" y="3378835"/>
            <a:ext cx="9474200" cy="720090"/>
          </a:xfrm>
        </p:spPr>
        <p:txBody>
          <a:bodyPr anchor="ctr" anchorCtr="0"/>
          <a:lstStyle/>
          <a:p>
            <a:r>
              <a:rPr lang="zh-CN" altLang="en-US" sz="3200">
                <a:solidFill>
                  <a:schemeClr val="tx1"/>
                </a:solidFill>
              </a:rPr>
              <a:t>财务回报</a:t>
            </a:r>
            <a:r>
              <a:rPr lang="en-US" altLang="zh-CN" sz="3200">
                <a:solidFill>
                  <a:schemeClr val="tx1"/>
                </a:solidFill>
              </a:rPr>
              <a:t>ROI</a:t>
            </a:r>
            <a:endParaRPr lang="en-US" altLang="zh-CN" sz="320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1527175" y="4785361"/>
            <a:ext cx="264795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月省</a:t>
            </a:r>
            <a:r>
              <a:rPr lang="en-US" altLang="zh-CN" sz="1400" dirty="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N</a:t>
            </a:r>
            <a:r>
              <a:rPr lang="zh-CN" altLang="en-US" sz="1400" dirty="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工时，成本降</a:t>
            </a:r>
            <a:r>
              <a:rPr lang="en-US" altLang="zh-CN" sz="1400" dirty="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X</a:t>
            </a:r>
            <a:r>
              <a:rPr lang="zh-CN" altLang="en-US" sz="1400" dirty="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万；</a:t>
            </a:r>
            <a:endParaRPr lang="zh-CN" altLang="en-US" sz="1400" dirty="0">
              <a:solidFill>
                <a:schemeClr val="dk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527175" y="4325621"/>
            <a:ext cx="264795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降本提效（财务价值）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8353425" y="4785361"/>
            <a:ext cx="264795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对比</a:t>
            </a:r>
            <a:r>
              <a:rPr lang="en-US" altLang="zh-CN" sz="140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AI</a:t>
            </a:r>
            <a:r>
              <a:rPr lang="zh-CN" altLang="en-US" sz="140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成本与年节支增收，预估收支平衡周期</a:t>
            </a:r>
            <a:r>
              <a:rPr lang="en-US" altLang="zh-CN" sz="1400" b="1">
                <a:solidFill>
                  <a:schemeClr val="dk1"/>
                </a:solidFill>
                <a:latin typeface="+mn-ea"/>
                <a:cs typeface="+mn-ea"/>
                <a:sym typeface="+mn-ea"/>
              </a:rPr>
              <a:t>2</a:t>
            </a:r>
            <a:r>
              <a:rPr lang="zh-CN" altLang="en-US" sz="140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年</a:t>
            </a:r>
            <a:endParaRPr lang="zh-CN" altLang="en-US" sz="1400">
              <a:solidFill>
                <a:schemeClr val="dk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8353425" y="4325621"/>
            <a:ext cx="264795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ROI</a:t>
            </a: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模型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4940300" y="4785360"/>
            <a:ext cx="257429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客户体验</a:t>
            </a:r>
            <a:r>
              <a:rPr lang="en-US" altLang="zh-CN" sz="140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NPS</a:t>
            </a:r>
            <a:r>
              <a:rPr lang="zh-CN" altLang="en-US" sz="140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提升</a:t>
            </a:r>
            <a:r>
              <a:rPr lang="en-US" altLang="zh-CN" sz="140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5%</a:t>
            </a:r>
            <a:r>
              <a:rPr lang="zh-CN" altLang="en-US" sz="140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，续保率增</a:t>
            </a:r>
            <a:r>
              <a:rPr lang="en-US" altLang="zh-CN" sz="1400">
                <a:solidFill>
                  <a:schemeClr val="dk1"/>
                </a:solidFill>
                <a:latin typeface="+mn-ea"/>
                <a:cs typeface="+mn-ea"/>
                <a:sym typeface="+mn-ea"/>
              </a:rPr>
              <a:t>10%</a:t>
            </a:r>
            <a:endParaRPr lang="zh-CN" altLang="en-US" sz="1400">
              <a:solidFill>
                <a:schemeClr val="dk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4940300" y="4325621"/>
            <a:ext cx="264795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增收提质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chemeClr val="tx1"/>
                </a:solidFill>
              </a:rPr>
              <a:t>第三步：</a:t>
            </a:r>
            <a:r>
              <a:rPr lang="zh-CN">
                <a:solidFill>
                  <a:schemeClr val="tx1"/>
                </a:solidFill>
              </a:rPr>
              <a:t>重塑流程</a:t>
            </a:r>
            <a:endParaRPr lang="zh-CN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03</a:t>
            </a:r>
            <a:endParaRPr lang="en-US" altLang="en-US">
              <a:solidFill>
                <a:schemeClr val="accent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78205" y="474980"/>
            <a:ext cx="10800080" cy="53594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chemeClr val="tx1"/>
                </a:solidFill>
              </a:rPr>
              <a:t>流程重构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0805" y="2745740"/>
            <a:ext cx="2011680" cy="914400"/>
          </a:xfrm>
          <a:prstGeom prst="roundRect">
            <a:avLst/>
          </a:prstGeom>
          <a:solidFill>
            <a:srgbClr val="DE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>
              <a:defRPr sz="1200"/>
            </a:pPr>
            <a:r>
              <a:rPr>
                <a:solidFill>
                  <a:schemeClr val="tx1"/>
                </a:solidFill>
              </a:rPr>
              <a:t>客户通过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微信提交理赔申请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2102485" y="3020060"/>
            <a:ext cx="365760" cy="365760"/>
          </a:xfrm>
          <a:prstGeom prst="rightArrow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193925" y="2745740"/>
            <a:ext cx="2011680" cy="914400"/>
          </a:xfrm>
          <a:prstGeom prst="roundRect">
            <a:avLst/>
          </a:prstGeom>
          <a:solidFill>
            <a:srgbClr val="DE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>
              <a:defRPr sz="1200"/>
            </a:pPr>
            <a:r>
              <a:rPr>
                <a:solidFill>
                  <a:schemeClr val="tx1"/>
                </a:solidFill>
              </a:rPr>
              <a:t>上传票据、资料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（OCR识别）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" name="Right Arrow 6"/>
          <p:cNvSpPr/>
          <p:nvPr/>
        </p:nvSpPr>
        <p:spPr>
          <a:xfrm>
            <a:off x="4205605" y="3020060"/>
            <a:ext cx="365760" cy="365760"/>
          </a:xfrm>
          <a:prstGeom prst="rightArrow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Rounded Rectangle 7"/>
          <p:cNvSpPr/>
          <p:nvPr/>
        </p:nvSpPr>
        <p:spPr>
          <a:xfrm>
            <a:off x="4297045" y="2745740"/>
            <a:ext cx="2011680" cy="914400"/>
          </a:xfrm>
          <a:prstGeom prst="roundRect">
            <a:avLst/>
          </a:prstGeom>
          <a:solidFill>
            <a:srgbClr val="DE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>
              <a:defRPr sz="1200"/>
            </a:pPr>
            <a:r>
              <a:rPr>
                <a:solidFill>
                  <a:schemeClr val="tx1"/>
                </a:solidFill>
              </a:rPr>
              <a:t>AI/RPA自动核赔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系统验证保单+试算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3" name="Right Arrow 8"/>
          <p:cNvSpPr/>
          <p:nvPr/>
        </p:nvSpPr>
        <p:spPr>
          <a:xfrm>
            <a:off x="6308725" y="3020060"/>
            <a:ext cx="365760" cy="365760"/>
          </a:xfrm>
          <a:prstGeom prst="rightArrow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6" name="Rounded Rectangle 9"/>
          <p:cNvSpPr/>
          <p:nvPr/>
        </p:nvSpPr>
        <p:spPr>
          <a:xfrm>
            <a:off x="6400165" y="2745740"/>
            <a:ext cx="2011680" cy="914400"/>
          </a:xfrm>
          <a:prstGeom prst="roundRect">
            <a:avLst/>
          </a:prstGeom>
          <a:solidFill>
            <a:srgbClr val="DE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>
              <a:defRPr sz="1200"/>
            </a:pPr>
            <a:r>
              <a:rPr>
                <a:solidFill>
                  <a:schemeClr val="tx1"/>
                </a:solidFill>
              </a:rPr>
              <a:t>风控模型评估风险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决定自动/人工处理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8" name="Right Arrow 10"/>
          <p:cNvSpPr/>
          <p:nvPr/>
        </p:nvSpPr>
        <p:spPr>
          <a:xfrm>
            <a:off x="8411845" y="3020060"/>
            <a:ext cx="365760" cy="365760"/>
          </a:xfrm>
          <a:prstGeom prst="rightArrow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9" name="Rounded Rectangle 11"/>
          <p:cNvSpPr/>
          <p:nvPr/>
        </p:nvSpPr>
        <p:spPr>
          <a:xfrm>
            <a:off x="8503285" y="2745740"/>
            <a:ext cx="2011680" cy="914400"/>
          </a:xfrm>
          <a:prstGeom prst="roundRect">
            <a:avLst/>
          </a:prstGeom>
          <a:solidFill>
            <a:srgbClr val="DE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>
              <a:defRPr sz="1200"/>
            </a:pPr>
            <a:r>
              <a:rPr>
                <a:solidFill>
                  <a:schemeClr val="tx1"/>
                </a:solidFill>
              </a:rPr>
              <a:t>通过则自动赔付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微信红包到账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0" name="Right Arrow 12"/>
          <p:cNvSpPr/>
          <p:nvPr/>
        </p:nvSpPr>
        <p:spPr>
          <a:xfrm>
            <a:off x="10514965" y="3020060"/>
            <a:ext cx="365760" cy="365760"/>
          </a:xfrm>
          <a:prstGeom prst="rightArrow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Rounded Rectangle 13"/>
          <p:cNvSpPr/>
          <p:nvPr/>
        </p:nvSpPr>
        <p:spPr>
          <a:xfrm>
            <a:off x="10606405" y="2745740"/>
            <a:ext cx="1552575" cy="914400"/>
          </a:xfrm>
          <a:prstGeom prst="roundRect">
            <a:avLst/>
          </a:prstGeom>
          <a:solidFill>
            <a:srgbClr val="DE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>
              <a:defRPr sz="1200"/>
            </a:pPr>
            <a:r>
              <a:rPr>
                <a:solidFill>
                  <a:schemeClr val="tx1"/>
                </a:solidFill>
              </a:rPr>
              <a:t>不通过转人工审核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客服反馈</a:t>
            </a:r>
            <a:endParaRPr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小额理赔AI流程重构后的关键技术难点</a:t>
            </a:r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981200" y="274320"/>
            <a:ext cx="309880" cy="798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109345" y="1795145"/>
            <a:ext cx="8504555" cy="3043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t>● OCR识别准确率：医疗票据复杂格式导致误识别；需模板匹配+人工确认机制。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600"/>
            </a:pPr>
            <a:r>
              <a:t>● RPA易受系统变动：页面结构调整会致RPA失效；建议使用API+RPA混合方案。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600"/>
            </a:pPr>
            <a:r>
              <a:t>● 风控模型误判：模型拒赔或误判引发投诉；需引入解释机制+人工二审池。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600"/>
            </a:pPr>
            <a:r>
              <a:t>● 链路响应时延：多模块串联导致处理时间上升；建议异步处理+边缘推理。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600"/>
            </a:pPr>
            <a:r>
              <a:t>● 票据伪造检测：OCR难防图像合成等骗赔手段；建议图像指纹+接口验证。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600"/>
            </a:pPr>
            <a:r>
              <a:t>● 多系统数据对接：接口数据格式不一；建议统一中台服务总线。</a:t>
            </a:r>
          </a:p>
          <a:p>
            <a:pPr>
              <a:lnSpc>
                <a:spcPct val="150000"/>
              </a:lnSpc>
              <a:spcAft>
                <a:spcPts val="500"/>
              </a:spcAft>
              <a:defRPr sz="1600"/>
            </a:pPr>
            <a:r>
              <a:t>● 数据安全合规：涉及用户隐私数据；需本地部署、脱敏处理、权限审计。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chemeClr val="tx1"/>
                </a:solidFill>
              </a:rPr>
              <a:t>第四步：组织变革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04</a:t>
            </a:r>
            <a:endParaRPr lang="en-US" altLang="en-US">
              <a:solidFill>
                <a:schemeClr val="accent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23595" y="585470"/>
            <a:ext cx="10800080" cy="53594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chemeClr val="tx1"/>
                </a:solidFill>
              </a:rPr>
              <a:t>团队组建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4100" y="1665605"/>
            <a:ext cx="8229600" cy="3096895"/>
          </a:xfrm>
          <a:prstGeom prst="rect">
            <a:avLst/>
          </a:prstGeom>
          <a:noFill/>
        </p:spPr>
        <p:txBody>
          <a:bodyPr wrap="square">
            <a:spAutoFit/>
          </a:bodyPr>
          <a:p/>
          <a:p>
            <a:pPr>
              <a:spcAft>
                <a:spcPts val="1000"/>
              </a:spcAft>
              <a:defRPr sz="1600"/>
            </a:pPr>
            <a:r>
              <a:t>为推动小额理赔AI项目高效落地，</a:t>
            </a:r>
            <a:r>
              <a:t>本部门将组建一支具备跨领域能力的“最小AI落地团队”，成员具备业务理解、数据治理、工程开发和AI应用能力。团队成员及其花名如下：</a:t>
            </a:r>
          </a:p>
          <a:p>
            <a:pPr>
              <a:spcAft>
                <a:spcPts val="500"/>
              </a:spcAft>
              <a:defRPr sz="1600"/>
            </a:pPr>
            <a:r>
              <a:t>● 业务专家 → 高阶训练师/Kmer：李策（理赔产品官）</a:t>
            </a:r>
          </a:p>
          <a:p>
            <a:pPr>
              <a:spcAft>
                <a:spcPts val="500"/>
              </a:spcAft>
              <a:defRPr sz="1600"/>
            </a:pPr>
            <a:r>
              <a:t>● 数据专家：韩雪（数据分析师）</a:t>
            </a:r>
          </a:p>
          <a:p>
            <a:pPr>
              <a:spcAft>
                <a:spcPts val="500"/>
              </a:spcAft>
              <a:defRPr sz="1600"/>
            </a:pPr>
            <a:r>
              <a:t>● 技术专家：阿朗（系统架构师）</a:t>
            </a:r>
          </a:p>
          <a:p>
            <a:pPr>
              <a:spcAft>
                <a:spcPts val="500"/>
              </a:spcAft>
              <a:defRPr sz="1600"/>
            </a:pPr>
            <a:r>
              <a:t>● 提示工程师（初阶）：小南（客服流程优化）</a:t>
            </a:r>
          </a:p>
          <a:p>
            <a:pPr>
              <a:spcAft>
                <a:spcPts val="500"/>
              </a:spcAft>
              <a:defRPr sz="1600"/>
            </a:pPr>
            <a:r>
              <a:t>● AI训练师（中高阶）：老王（AI项目推进官）</a:t>
            </a:r>
          </a:p>
          <a:p>
            <a:pPr>
              <a:spcAft>
                <a:spcPts val="500"/>
              </a:spcAft>
              <a:defRPr sz="1600"/>
            </a:pPr>
            <a:r>
              <a:t>● AI研究员（高阶）：Judy（大模型算法工程师）</a:t>
            </a:r>
          </a:p>
          <a:p>
            <a:pPr>
              <a:spcAft>
                <a:spcPts val="500"/>
              </a:spcAft>
              <a:defRPr sz="1600"/>
            </a:pPr>
            <a:r>
              <a:t>● 作业人员具备AI初阶能力：小刘（理赔处理专员）</a:t>
            </a:r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标题 4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47160" y="424250"/>
            <a:ext cx="10969200" cy="705600"/>
          </a:xfrm>
          <a:noFill/>
        </p:spPr>
        <p:txBody>
          <a:bodyPr wrap="square" lIns="91440" tIns="45720" rIns="91440" bIns="45720" rtlCol="0" anchor="b">
            <a:noAutofit/>
          </a:bodyPr>
          <a:lstStyle/>
          <a:p>
            <a:r>
              <a:rPr lang="zh-CN" altLang="en-US" sz="3200">
                <a:solidFill>
                  <a:schemeClr val="tx1"/>
                </a:solidFill>
              </a:rPr>
              <a:t>组织机制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2" name="任意形状 2"/>
          <p:cNvSpPr/>
          <p:nvPr>
            <p:custDataLst>
              <p:tags r:id="rId2"/>
            </p:custDataLst>
          </p:nvPr>
        </p:nvSpPr>
        <p:spPr>
          <a:xfrm>
            <a:off x="-4197" y="1544086"/>
            <a:ext cx="12196198" cy="5316769"/>
          </a:xfrm>
          <a:custGeom>
            <a:avLst/>
            <a:gdLst>
              <a:gd name="connsiteX0" fmla="*/ 7421879 w 9144000"/>
              <a:gd name="connsiteY0" fmla="*/ 944 h 4667042"/>
              <a:gd name="connsiteX1" fmla="*/ 8739856 w 9144000"/>
              <a:gd name="connsiteY1" fmla="*/ 200746 h 4667042"/>
              <a:gd name="connsiteX2" fmla="*/ 9144000 w 9144000"/>
              <a:gd name="connsiteY2" fmla="*/ 302125 h 4667042"/>
              <a:gd name="connsiteX3" fmla="*/ 9144000 w 9144000"/>
              <a:gd name="connsiteY3" fmla="*/ 4667042 h 4667042"/>
              <a:gd name="connsiteX4" fmla="*/ 0 w 9144000"/>
              <a:gd name="connsiteY4" fmla="*/ 4667042 h 4667042"/>
              <a:gd name="connsiteX5" fmla="*/ 0 w 9144000"/>
              <a:gd name="connsiteY5" fmla="*/ 142334 h 4667042"/>
              <a:gd name="connsiteX6" fmla="*/ 260865 w 9144000"/>
              <a:gd name="connsiteY6" fmla="*/ 125811 h 4667042"/>
              <a:gd name="connsiteX7" fmla="*/ 640079 w 9144000"/>
              <a:gd name="connsiteY7" fmla="*/ 122864 h 4667042"/>
              <a:gd name="connsiteX8" fmla="*/ 4465319 w 9144000"/>
              <a:gd name="connsiteY8" fmla="*/ 595304 h 4667042"/>
              <a:gd name="connsiteX9" fmla="*/ 7421879 w 9144000"/>
              <a:gd name="connsiteY9" fmla="*/ 944 h 4667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144000" h="4667042">
                <a:moveTo>
                  <a:pt x="7421879" y="944"/>
                </a:moveTo>
                <a:cubicBezTo>
                  <a:pt x="7809547" y="11422"/>
                  <a:pt x="8275795" y="92622"/>
                  <a:pt x="8739856" y="200746"/>
                </a:cubicBezTo>
                <a:lnTo>
                  <a:pt x="9144000" y="302125"/>
                </a:lnTo>
                <a:lnTo>
                  <a:pt x="9144000" y="4667042"/>
                </a:lnTo>
                <a:lnTo>
                  <a:pt x="0" y="4667042"/>
                </a:lnTo>
                <a:lnTo>
                  <a:pt x="0" y="142334"/>
                </a:lnTo>
                <a:lnTo>
                  <a:pt x="260865" y="125811"/>
                </a:lnTo>
                <a:cubicBezTo>
                  <a:pt x="384849" y="121237"/>
                  <a:pt x="511492" y="120007"/>
                  <a:pt x="640079" y="122864"/>
                </a:cubicBezTo>
                <a:cubicBezTo>
                  <a:pt x="1668779" y="145724"/>
                  <a:pt x="3335019" y="615624"/>
                  <a:pt x="4465319" y="595304"/>
                </a:cubicBezTo>
                <a:cubicBezTo>
                  <a:pt x="5595619" y="574984"/>
                  <a:pt x="6388099" y="-26996"/>
                  <a:pt x="7421879" y="944"/>
                </a:cubicBezTo>
                <a:close/>
              </a:path>
            </a:pathLst>
          </a:custGeom>
          <a:solidFill>
            <a:schemeClr val="accent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4" name="任意形状 1"/>
          <p:cNvSpPr/>
          <p:nvPr>
            <p:custDataLst>
              <p:tags r:id="rId3"/>
            </p:custDataLst>
          </p:nvPr>
        </p:nvSpPr>
        <p:spPr>
          <a:xfrm>
            <a:off x="-4197" y="1608878"/>
            <a:ext cx="12196198" cy="5251901"/>
          </a:xfrm>
          <a:custGeom>
            <a:avLst/>
            <a:gdLst>
              <a:gd name="connsiteX0" fmla="*/ 9144000 w 9144000"/>
              <a:gd name="connsiteY0" fmla="*/ 0 h 4569773"/>
              <a:gd name="connsiteX1" fmla="*/ 9144000 w 9144000"/>
              <a:gd name="connsiteY1" fmla="*/ 4569773 h 4569773"/>
              <a:gd name="connsiteX2" fmla="*/ 0 w 9144000"/>
              <a:gd name="connsiteY2" fmla="*/ 4569773 h 4569773"/>
              <a:gd name="connsiteX3" fmla="*/ 0 w 9144000"/>
              <a:gd name="connsiteY3" fmla="*/ 638493 h 4569773"/>
              <a:gd name="connsiteX4" fmla="*/ 135688 w 9144000"/>
              <a:gd name="connsiteY4" fmla="*/ 681653 h 4569773"/>
              <a:gd name="connsiteX5" fmla="*/ 487681 w 9144000"/>
              <a:gd name="connsiteY5" fmla="*/ 725542 h 4569773"/>
              <a:gd name="connsiteX6" fmla="*/ 4450081 w 9144000"/>
              <a:gd name="connsiteY6" fmla="*/ 192142 h 4569773"/>
              <a:gd name="connsiteX7" fmla="*/ 7239001 w 9144000"/>
              <a:gd name="connsiteY7" fmla="*/ 603622 h 4569773"/>
              <a:gd name="connsiteX8" fmla="*/ 9034464 w 9144000"/>
              <a:gd name="connsiteY8" fmla="*/ 37837 h 45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0" h="4569773">
                <a:moveTo>
                  <a:pt x="9144000" y="0"/>
                </a:moveTo>
                <a:lnTo>
                  <a:pt x="9144000" y="4569773"/>
                </a:lnTo>
                <a:lnTo>
                  <a:pt x="0" y="4569773"/>
                </a:lnTo>
                <a:lnTo>
                  <a:pt x="0" y="638493"/>
                </a:lnTo>
                <a:lnTo>
                  <a:pt x="135688" y="681653"/>
                </a:lnTo>
                <a:cubicBezTo>
                  <a:pt x="248048" y="710818"/>
                  <a:pt x="365444" y="727447"/>
                  <a:pt x="487681" y="725542"/>
                </a:cubicBezTo>
                <a:cubicBezTo>
                  <a:pt x="1465581" y="710302"/>
                  <a:pt x="3324861" y="212462"/>
                  <a:pt x="4450081" y="192142"/>
                </a:cubicBezTo>
                <a:cubicBezTo>
                  <a:pt x="5575301" y="171822"/>
                  <a:pt x="6240781" y="613782"/>
                  <a:pt x="7239001" y="603622"/>
                </a:cubicBezTo>
                <a:cubicBezTo>
                  <a:pt x="7738111" y="598542"/>
                  <a:pt x="8418831" y="263262"/>
                  <a:pt x="9034464" y="37837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75000"/>
                </a:schemeClr>
              </a:gs>
              <a:gs pos="68000">
                <a:schemeClr val="accent1"/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10" name="任意多边形: 形状 9"/>
          <p:cNvSpPr/>
          <p:nvPr>
            <p:custDataLst>
              <p:tags r:id="rId4"/>
            </p:custDataLst>
          </p:nvPr>
        </p:nvSpPr>
        <p:spPr>
          <a:xfrm>
            <a:off x="-1021" y="1650167"/>
            <a:ext cx="12193022" cy="5210063"/>
          </a:xfrm>
          <a:custGeom>
            <a:avLst/>
            <a:gdLst>
              <a:gd name="connsiteX0" fmla="*/ 2408361 w 9107329"/>
              <a:gd name="connsiteY0" fmla="*/ 434 h 2794050"/>
              <a:gd name="connsiteX1" fmla="*/ 7003480 w 9107329"/>
              <a:gd name="connsiteY1" fmla="*/ 263023 h 2794050"/>
              <a:gd name="connsiteX2" fmla="*/ 8796810 w 9107329"/>
              <a:gd name="connsiteY2" fmla="*/ 78568 h 2794050"/>
              <a:gd name="connsiteX3" fmla="*/ 9107329 w 9107329"/>
              <a:gd name="connsiteY3" fmla="*/ 30883 h 2794050"/>
              <a:gd name="connsiteX4" fmla="*/ 9107329 w 9107329"/>
              <a:gd name="connsiteY4" fmla="*/ 2794050 h 2794050"/>
              <a:gd name="connsiteX5" fmla="*/ 0 w 9107329"/>
              <a:gd name="connsiteY5" fmla="*/ 2794050 h 2794050"/>
              <a:gd name="connsiteX6" fmla="*/ 0 w 9107329"/>
              <a:gd name="connsiteY6" fmla="*/ 108284 h 2794050"/>
              <a:gd name="connsiteX7" fmla="*/ 397174 w 9107329"/>
              <a:gd name="connsiteY7" fmla="*/ 83169 h 2794050"/>
              <a:gd name="connsiteX8" fmla="*/ 2408361 w 9107329"/>
              <a:gd name="connsiteY8" fmla="*/ 434 h 2794050"/>
              <a:gd name="connsiteX0-1" fmla="*/ 2414029 w 9112997"/>
              <a:gd name="connsiteY0-2" fmla="*/ 434 h 3899264"/>
              <a:gd name="connsiteX1-3" fmla="*/ 7009148 w 9112997"/>
              <a:gd name="connsiteY1-4" fmla="*/ 263023 h 3899264"/>
              <a:gd name="connsiteX2-5" fmla="*/ 8802478 w 9112997"/>
              <a:gd name="connsiteY2-6" fmla="*/ 78568 h 3899264"/>
              <a:gd name="connsiteX3-7" fmla="*/ 9112997 w 9112997"/>
              <a:gd name="connsiteY3-8" fmla="*/ 30883 h 3899264"/>
              <a:gd name="connsiteX4-9" fmla="*/ 9112997 w 9112997"/>
              <a:gd name="connsiteY4-10" fmla="*/ 2794050 h 3899264"/>
              <a:gd name="connsiteX5-11" fmla="*/ 0 w 9112997"/>
              <a:gd name="connsiteY5-12" fmla="*/ 3899264 h 3899264"/>
              <a:gd name="connsiteX6-13" fmla="*/ 5668 w 9112997"/>
              <a:gd name="connsiteY6-14" fmla="*/ 108284 h 3899264"/>
              <a:gd name="connsiteX7-15" fmla="*/ 402842 w 9112997"/>
              <a:gd name="connsiteY7-16" fmla="*/ 83169 h 3899264"/>
              <a:gd name="connsiteX8-17" fmla="*/ 2414029 w 9112997"/>
              <a:gd name="connsiteY8-18" fmla="*/ 434 h 3899264"/>
              <a:gd name="connsiteX0-19" fmla="*/ 2414029 w 9112997"/>
              <a:gd name="connsiteY0-20" fmla="*/ 434 h 3910600"/>
              <a:gd name="connsiteX1-21" fmla="*/ 7009148 w 9112997"/>
              <a:gd name="connsiteY1-22" fmla="*/ 263023 h 3910600"/>
              <a:gd name="connsiteX2-23" fmla="*/ 8802478 w 9112997"/>
              <a:gd name="connsiteY2-24" fmla="*/ 78568 h 3910600"/>
              <a:gd name="connsiteX3-25" fmla="*/ 9112997 w 9112997"/>
              <a:gd name="connsiteY3-26" fmla="*/ 30883 h 3910600"/>
              <a:gd name="connsiteX4-27" fmla="*/ 9112997 w 9112997"/>
              <a:gd name="connsiteY4-28" fmla="*/ 3910600 h 3910600"/>
              <a:gd name="connsiteX5-29" fmla="*/ 0 w 9112997"/>
              <a:gd name="connsiteY5-30" fmla="*/ 3899264 h 3910600"/>
              <a:gd name="connsiteX6-31" fmla="*/ 5668 w 9112997"/>
              <a:gd name="connsiteY6-32" fmla="*/ 108284 h 3910600"/>
              <a:gd name="connsiteX7-33" fmla="*/ 402842 w 9112997"/>
              <a:gd name="connsiteY7-34" fmla="*/ 83169 h 3910600"/>
              <a:gd name="connsiteX8-35" fmla="*/ 2414029 w 9112997"/>
              <a:gd name="connsiteY8-36" fmla="*/ 434 h 3910600"/>
              <a:gd name="connsiteX0-37" fmla="*/ 2408613 w 9107581"/>
              <a:gd name="connsiteY0-38" fmla="*/ 434 h 3910600"/>
              <a:gd name="connsiteX1-39" fmla="*/ 7003732 w 9107581"/>
              <a:gd name="connsiteY1-40" fmla="*/ 263023 h 3910600"/>
              <a:gd name="connsiteX2-41" fmla="*/ 8797062 w 9107581"/>
              <a:gd name="connsiteY2-42" fmla="*/ 78568 h 3910600"/>
              <a:gd name="connsiteX3-43" fmla="*/ 9107581 w 9107581"/>
              <a:gd name="connsiteY3-44" fmla="*/ 30883 h 3910600"/>
              <a:gd name="connsiteX4-45" fmla="*/ 9107581 w 9107581"/>
              <a:gd name="connsiteY4-46" fmla="*/ 3910600 h 3910600"/>
              <a:gd name="connsiteX5-47" fmla="*/ 5920 w 9107581"/>
              <a:gd name="connsiteY5-48" fmla="*/ 3904932 h 3910600"/>
              <a:gd name="connsiteX6-49" fmla="*/ 252 w 9107581"/>
              <a:gd name="connsiteY6-50" fmla="*/ 108284 h 3910600"/>
              <a:gd name="connsiteX7-51" fmla="*/ 397426 w 9107581"/>
              <a:gd name="connsiteY7-52" fmla="*/ 83169 h 3910600"/>
              <a:gd name="connsiteX8-53" fmla="*/ 2408613 w 9107581"/>
              <a:gd name="connsiteY8-54" fmla="*/ 434 h 3910600"/>
              <a:gd name="connsiteX0-55" fmla="*/ 2419202 w 9118170"/>
              <a:gd name="connsiteY0-56" fmla="*/ 434 h 3910600"/>
              <a:gd name="connsiteX1-57" fmla="*/ 7014321 w 9118170"/>
              <a:gd name="connsiteY1-58" fmla="*/ 263023 h 3910600"/>
              <a:gd name="connsiteX2-59" fmla="*/ 8807651 w 9118170"/>
              <a:gd name="connsiteY2-60" fmla="*/ 78568 h 3910600"/>
              <a:gd name="connsiteX3-61" fmla="*/ 9118170 w 9118170"/>
              <a:gd name="connsiteY3-62" fmla="*/ 30883 h 3910600"/>
              <a:gd name="connsiteX4-63" fmla="*/ 9118170 w 9118170"/>
              <a:gd name="connsiteY4-64" fmla="*/ 3910600 h 3910600"/>
              <a:gd name="connsiteX5-65" fmla="*/ 16509 w 9118170"/>
              <a:gd name="connsiteY5-66" fmla="*/ 3904932 h 3910600"/>
              <a:gd name="connsiteX6-67" fmla="*/ 125 w 9118170"/>
              <a:gd name="connsiteY6-68" fmla="*/ 108284 h 3910600"/>
              <a:gd name="connsiteX7-69" fmla="*/ 408015 w 9118170"/>
              <a:gd name="connsiteY7-70" fmla="*/ 83169 h 3910600"/>
              <a:gd name="connsiteX8-71" fmla="*/ 2419202 w 9118170"/>
              <a:gd name="connsiteY8-72" fmla="*/ 434 h 3910600"/>
              <a:gd name="connsiteX0-73" fmla="*/ 2419456 w 9118424"/>
              <a:gd name="connsiteY0-74" fmla="*/ 434 h 3910600"/>
              <a:gd name="connsiteX1-75" fmla="*/ 7014575 w 9118424"/>
              <a:gd name="connsiteY1-76" fmla="*/ 263023 h 3910600"/>
              <a:gd name="connsiteX2-77" fmla="*/ 8807905 w 9118424"/>
              <a:gd name="connsiteY2-78" fmla="*/ 78568 h 3910600"/>
              <a:gd name="connsiteX3-79" fmla="*/ 9118424 w 9118424"/>
              <a:gd name="connsiteY3-80" fmla="*/ 30883 h 3910600"/>
              <a:gd name="connsiteX4-81" fmla="*/ 9118424 w 9118424"/>
              <a:gd name="connsiteY4-82" fmla="*/ 3910600 h 3910600"/>
              <a:gd name="connsiteX5-83" fmla="*/ 2476 w 9118424"/>
              <a:gd name="connsiteY5-84" fmla="*/ 3904932 h 3910600"/>
              <a:gd name="connsiteX6-85" fmla="*/ 379 w 9118424"/>
              <a:gd name="connsiteY6-86" fmla="*/ 108284 h 3910600"/>
              <a:gd name="connsiteX7-87" fmla="*/ 408269 w 9118424"/>
              <a:gd name="connsiteY7-88" fmla="*/ 83169 h 3910600"/>
              <a:gd name="connsiteX8-89" fmla="*/ 2419456 w 9118424"/>
              <a:gd name="connsiteY8-90" fmla="*/ 434 h 3910600"/>
              <a:gd name="connsiteX0-91" fmla="*/ 2419456 w 9146999"/>
              <a:gd name="connsiteY0-92" fmla="*/ 434 h 3910600"/>
              <a:gd name="connsiteX1-93" fmla="*/ 7014575 w 9146999"/>
              <a:gd name="connsiteY1-94" fmla="*/ 263023 h 3910600"/>
              <a:gd name="connsiteX2-95" fmla="*/ 8807905 w 9146999"/>
              <a:gd name="connsiteY2-96" fmla="*/ 78568 h 3910600"/>
              <a:gd name="connsiteX3-97" fmla="*/ 9118424 w 9146999"/>
              <a:gd name="connsiteY3-98" fmla="*/ 30883 h 3910600"/>
              <a:gd name="connsiteX4-99" fmla="*/ 9146999 w 9146999"/>
              <a:gd name="connsiteY4-100" fmla="*/ 3910600 h 3910600"/>
              <a:gd name="connsiteX5-101" fmla="*/ 2476 w 9146999"/>
              <a:gd name="connsiteY5-102" fmla="*/ 3904932 h 3910600"/>
              <a:gd name="connsiteX6-103" fmla="*/ 379 w 9146999"/>
              <a:gd name="connsiteY6-104" fmla="*/ 108284 h 3910600"/>
              <a:gd name="connsiteX7-105" fmla="*/ 408269 w 9146999"/>
              <a:gd name="connsiteY7-106" fmla="*/ 83169 h 3910600"/>
              <a:gd name="connsiteX8-107" fmla="*/ 2419456 w 9146999"/>
              <a:gd name="connsiteY8-108" fmla="*/ 434 h 3910600"/>
              <a:gd name="connsiteX0-109" fmla="*/ 2419456 w 9152430"/>
              <a:gd name="connsiteY0-110" fmla="*/ 434 h 3910600"/>
              <a:gd name="connsiteX1-111" fmla="*/ 7014575 w 9152430"/>
              <a:gd name="connsiteY1-112" fmla="*/ 263023 h 3910600"/>
              <a:gd name="connsiteX2-113" fmla="*/ 8807905 w 9152430"/>
              <a:gd name="connsiteY2-114" fmla="*/ 78568 h 3910600"/>
              <a:gd name="connsiteX3-115" fmla="*/ 9152430 w 9152430"/>
              <a:gd name="connsiteY3-116" fmla="*/ 13879 h 3910600"/>
              <a:gd name="connsiteX4-117" fmla="*/ 9146999 w 9152430"/>
              <a:gd name="connsiteY4-118" fmla="*/ 3910600 h 3910600"/>
              <a:gd name="connsiteX5-119" fmla="*/ 2476 w 9152430"/>
              <a:gd name="connsiteY5-120" fmla="*/ 3904932 h 3910600"/>
              <a:gd name="connsiteX6-121" fmla="*/ 379 w 9152430"/>
              <a:gd name="connsiteY6-122" fmla="*/ 108284 h 3910600"/>
              <a:gd name="connsiteX7-123" fmla="*/ 408269 w 9152430"/>
              <a:gd name="connsiteY7-124" fmla="*/ 83169 h 3910600"/>
              <a:gd name="connsiteX8-125" fmla="*/ 2419456 w 9152430"/>
              <a:gd name="connsiteY8-126" fmla="*/ 434 h 3910600"/>
              <a:gd name="connsiteX0-127" fmla="*/ 2419456 w 9158564"/>
              <a:gd name="connsiteY0-128" fmla="*/ 434 h 3910600"/>
              <a:gd name="connsiteX1-129" fmla="*/ 7014575 w 9158564"/>
              <a:gd name="connsiteY1-130" fmla="*/ 263023 h 3910600"/>
              <a:gd name="connsiteX2-131" fmla="*/ 8807905 w 9158564"/>
              <a:gd name="connsiteY2-132" fmla="*/ 78568 h 3910600"/>
              <a:gd name="connsiteX3-133" fmla="*/ 9152430 w 9158564"/>
              <a:gd name="connsiteY3-134" fmla="*/ 13879 h 3910600"/>
              <a:gd name="connsiteX4-135" fmla="*/ 9158335 w 9158564"/>
              <a:gd name="connsiteY4-136" fmla="*/ 3910600 h 3910600"/>
              <a:gd name="connsiteX5-137" fmla="*/ 2476 w 9158564"/>
              <a:gd name="connsiteY5-138" fmla="*/ 3904932 h 3910600"/>
              <a:gd name="connsiteX6-139" fmla="*/ 379 w 9158564"/>
              <a:gd name="connsiteY6-140" fmla="*/ 108284 h 3910600"/>
              <a:gd name="connsiteX7-141" fmla="*/ 408269 w 9158564"/>
              <a:gd name="connsiteY7-142" fmla="*/ 83169 h 3910600"/>
              <a:gd name="connsiteX8-143" fmla="*/ 2419456 w 9158564"/>
              <a:gd name="connsiteY8-144" fmla="*/ 434 h 3910600"/>
              <a:gd name="connsiteX0-145" fmla="*/ 2419456 w 9152430"/>
              <a:gd name="connsiteY0-146" fmla="*/ 434 h 3904932"/>
              <a:gd name="connsiteX1-147" fmla="*/ 7014575 w 9152430"/>
              <a:gd name="connsiteY1-148" fmla="*/ 263023 h 3904932"/>
              <a:gd name="connsiteX2-149" fmla="*/ 8807905 w 9152430"/>
              <a:gd name="connsiteY2-150" fmla="*/ 78568 h 3904932"/>
              <a:gd name="connsiteX3-151" fmla="*/ 9152430 w 9152430"/>
              <a:gd name="connsiteY3-152" fmla="*/ 13879 h 3904932"/>
              <a:gd name="connsiteX4-153" fmla="*/ 9141332 w 9152430"/>
              <a:gd name="connsiteY4-154" fmla="*/ 3904932 h 3904932"/>
              <a:gd name="connsiteX5-155" fmla="*/ 2476 w 9152430"/>
              <a:gd name="connsiteY5-156" fmla="*/ 3904932 h 3904932"/>
              <a:gd name="connsiteX6-157" fmla="*/ 379 w 9152430"/>
              <a:gd name="connsiteY6-158" fmla="*/ 108284 h 3904932"/>
              <a:gd name="connsiteX7-159" fmla="*/ 408269 w 9152430"/>
              <a:gd name="connsiteY7-160" fmla="*/ 83169 h 3904932"/>
              <a:gd name="connsiteX8-161" fmla="*/ 2419456 w 9152430"/>
              <a:gd name="connsiteY8-162" fmla="*/ 434 h 3904932"/>
              <a:gd name="connsiteX0-163" fmla="*/ 2419456 w 9152430"/>
              <a:gd name="connsiteY0-164" fmla="*/ 434 h 3904932"/>
              <a:gd name="connsiteX1-165" fmla="*/ 7014575 w 9152430"/>
              <a:gd name="connsiteY1-166" fmla="*/ 263023 h 3904932"/>
              <a:gd name="connsiteX2-167" fmla="*/ 8807905 w 9152430"/>
              <a:gd name="connsiteY2-168" fmla="*/ 78568 h 3904932"/>
              <a:gd name="connsiteX3-169" fmla="*/ 9152430 w 9152430"/>
              <a:gd name="connsiteY3-170" fmla="*/ 13879 h 3904932"/>
              <a:gd name="connsiteX4-171" fmla="*/ 9141332 w 9152430"/>
              <a:gd name="connsiteY4-172" fmla="*/ 3899264 h 3904932"/>
              <a:gd name="connsiteX5-173" fmla="*/ 2476 w 9152430"/>
              <a:gd name="connsiteY5-174" fmla="*/ 3904932 h 3904932"/>
              <a:gd name="connsiteX6-175" fmla="*/ 379 w 9152430"/>
              <a:gd name="connsiteY6-176" fmla="*/ 108284 h 3904932"/>
              <a:gd name="connsiteX7-177" fmla="*/ 408269 w 9152430"/>
              <a:gd name="connsiteY7-178" fmla="*/ 83169 h 3904932"/>
              <a:gd name="connsiteX8-179" fmla="*/ 2419456 w 9152430"/>
              <a:gd name="connsiteY8-180" fmla="*/ 434 h 3904932"/>
              <a:gd name="connsiteX0-181" fmla="*/ 2419456 w 9152430"/>
              <a:gd name="connsiteY0-182" fmla="*/ 434 h 3910600"/>
              <a:gd name="connsiteX1-183" fmla="*/ 7014575 w 9152430"/>
              <a:gd name="connsiteY1-184" fmla="*/ 263023 h 3910600"/>
              <a:gd name="connsiteX2-185" fmla="*/ 8807905 w 9152430"/>
              <a:gd name="connsiteY2-186" fmla="*/ 78568 h 3910600"/>
              <a:gd name="connsiteX3-187" fmla="*/ 9152430 w 9152430"/>
              <a:gd name="connsiteY3-188" fmla="*/ 13879 h 3910600"/>
              <a:gd name="connsiteX4-189" fmla="*/ 9141332 w 9152430"/>
              <a:gd name="connsiteY4-190" fmla="*/ 3899264 h 3910600"/>
              <a:gd name="connsiteX5-191" fmla="*/ 2476 w 9152430"/>
              <a:gd name="connsiteY5-192" fmla="*/ 3910600 h 3910600"/>
              <a:gd name="connsiteX6-193" fmla="*/ 379 w 9152430"/>
              <a:gd name="connsiteY6-194" fmla="*/ 108284 h 3910600"/>
              <a:gd name="connsiteX7-195" fmla="*/ 408269 w 9152430"/>
              <a:gd name="connsiteY7-196" fmla="*/ 83169 h 3910600"/>
              <a:gd name="connsiteX8-197" fmla="*/ 2419456 w 9152430"/>
              <a:gd name="connsiteY8-198" fmla="*/ 434 h 3910600"/>
              <a:gd name="connsiteX0-199" fmla="*/ 2419456 w 9141561"/>
              <a:gd name="connsiteY0-200" fmla="*/ 434 h 3910600"/>
              <a:gd name="connsiteX1-201" fmla="*/ 7014575 w 9141561"/>
              <a:gd name="connsiteY1-202" fmla="*/ 263023 h 3910600"/>
              <a:gd name="connsiteX2-203" fmla="*/ 8807905 w 9141561"/>
              <a:gd name="connsiteY2-204" fmla="*/ 78568 h 3910600"/>
              <a:gd name="connsiteX3-205" fmla="*/ 9135427 w 9141561"/>
              <a:gd name="connsiteY3-206" fmla="*/ 8210 h 3910600"/>
              <a:gd name="connsiteX4-207" fmla="*/ 9141332 w 9141561"/>
              <a:gd name="connsiteY4-208" fmla="*/ 3899264 h 3910600"/>
              <a:gd name="connsiteX5-209" fmla="*/ 2476 w 9141561"/>
              <a:gd name="connsiteY5-210" fmla="*/ 3910600 h 3910600"/>
              <a:gd name="connsiteX6-211" fmla="*/ 379 w 9141561"/>
              <a:gd name="connsiteY6-212" fmla="*/ 108284 h 3910600"/>
              <a:gd name="connsiteX7-213" fmla="*/ 408269 w 9141561"/>
              <a:gd name="connsiteY7-214" fmla="*/ 83169 h 3910600"/>
              <a:gd name="connsiteX8-215" fmla="*/ 2419456 w 9141561"/>
              <a:gd name="connsiteY8-216" fmla="*/ 434 h 3910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9141561" h="3910600">
                <a:moveTo>
                  <a:pt x="2419456" y="434"/>
                </a:moveTo>
                <a:cubicBezTo>
                  <a:pt x="4273407" y="-12534"/>
                  <a:pt x="5369874" y="269506"/>
                  <a:pt x="7014575" y="263023"/>
                </a:cubicBezTo>
                <a:cubicBezTo>
                  <a:pt x="7528545" y="260997"/>
                  <a:pt x="8159400" y="176658"/>
                  <a:pt x="8807905" y="78568"/>
                </a:cubicBezTo>
                <a:lnTo>
                  <a:pt x="9135427" y="8210"/>
                </a:lnTo>
                <a:cubicBezTo>
                  <a:pt x="9133617" y="1307117"/>
                  <a:pt x="9143142" y="2600357"/>
                  <a:pt x="9141332" y="3899264"/>
                </a:cubicBezTo>
                <a:lnTo>
                  <a:pt x="2476" y="3910600"/>
                </a:lnTo>
                <a:cubicBezTo>
                  <a:pt x="4365" y="2646940"/>
                  <a:pt x="-1510" y="1371944"/>
                  <a:pt x="379" y="108284"/>
                </a:cubicBezTo>
                <a:lnTo>
                  <a:pt x="408269" y="83169"/>
                </a:lnTo>
                <a:cubicBezTo>
                  <a:pt x="1142625" y="38298"/>
                  <a:pt x="1840096" y="4486"/>
                  <a:pt x="2419456" y="434"/>
                </a:cubicBezTo>
                <a:close/>
              </a:path>
            </a:pathLst>
          </a:custGeom>
          <a:solidFill>
            <a:schemeClr val="accent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sz="3200" dirty="0">
              <a:latin typeface="+mj-ea"/>
              <a:ea typeface="+mj-ea"/>
            </a:endParaRPr>
          </a:p>
        </p:txBody>
      </p:sp>
      <p:sp>
        <p:nvSpPr>
          <p:cNvPr id="6" name="椭圆 5"/>
          <p:cNvSpPr/>
          <p:nvPr>
            <p:custDataLst>
              <p:tags r:id="rId5"/>
            </p:custDataLst>
          </p:nvPr>
        </p:nvSpPr>
        <p:spPr>
          <a:xfrm>
            <a:off x="1571145" y="2792291"/>
            <a:ext cx="1035073" cy="1035073"/>
          </a:xfrm>
          <a:prstGeom prst="ellipse">
            <a:avLst/>
          </a:prstGeom>
          <a:noFill/>
          <a:ln w="25400">
            <a:solidFill>
              <a:schemeClr val="lt1">
                <a:lumMod val="10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1513975" y="4078608"/>
            <a:ext cx="1149203" cy="47577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500" b="1">
                <a:solidFill>
                  <a:schemeClr val="lt1"/>
                </a:solidFill>
                <a:latin typeface="+mn-ea"/>
                <a:cs typeface="+mn-ea"/>
              </a:rPr>
              <a:t>01</a:t>
            </a:r>
            <a:endParaRPr kumimoji="1" lang="en-US" altLang="zh-CN" sz="2500" b="1">
              <a:solidFill>
                <a:schemeClr val="lt1"/>
              </a:solidFill>
              <a:latin typeface="+mn-ea"/>
              <a:cs typeface="+mn-ea"/>
            </a:endParaRPr>
          </a:p>
        </p:txBody>
      </p:sp>
      <p:sp>
        <p:nvSpPr>
          <p:cNvPr id="15" name="矩形 14"/>
          <p:cNvSpPr/>
          <p:nvPr>
            <p:custDataLst>
              <p:tags r:id="rId7"/>
            </p:custDataLst>
          </p:nvPr>
        </p:nvSpPr>
        <p:spPr>
          <a:xfrm>
            <a:off x="958159" y="4981254"/>
            <a:ext cx="2261378" cy="1462909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lt1"/>
                </a:solidFill>
                <a:latin typeface="+mn-ea"/>
                <a:cs typeface="+mn-ea"/>
              </a:rPr>
              <a:t>成立</a:t>
            </a:r>
            <a:r>
              <a:rPr lang="en-US" altLang="zh-CN" sz="1200">
                <a:solidFill>
                  <a:schemeClr val="lt1"/>
                </a:solidFill>
                <a:latin typeface="+mn-ea"/>
                <a:cs typeface="+mn-ea"/>
              </a:rPr>
              <a:t>AI</a:t>
            </a:r>
            <a:r>
              <a:rPr lang="zh-CN" altLang="en-US" sz="1200">
                <a:solidFill>
                  <a:schemeClr val="lt1"/>
                </a:solidFill>
                <a:latin typeface="+mn-ea"/>
                <a:cs typeface="+mn-ea"/>
              </a:rPr>
              <a:t>理赔项目组，明确业务、技术、数据角色职责，实现融合</a:t>
            </a:r>
            <a:endParaRPr lang="zh-CN" altLang="en-US" sz="1200">
              <a:solidFill>
                <a:schemeClr val="lt1"/>
              </a:solidFill>
              <a:latin typeface="+mn-ea"/>
              <a:cs typeface="+mn-ea"/>
            </a:endParaRPr>
          </a:p>
        </p:txBody>
      </p:sp>
      <p:sp>
        <p:nvSpPr>
          <p:cNvPr id="17" name="椭圆 16"/>
          <p:cNvSpPr/>
          <p:nvPr>
            <p:custDataLst>
              <p:tags r:id="rId8"/>
            </p:custDataLst>
          </p:nvPr>
        </p:nvSpPr>
        <p:spPr>
          <a:xfrm>
            <a:off x="4256214" y="2792291"/>
            <a:ext cx="1035073" cy="1035073"/>
          </a:xfrm>
          <a:prstGeom prst="ellipse">
            <a:avLst/>
          </a:prstGeom>
          <a:noFill/>
          <a:ln w="25400">
            <a:solidFill>
              <a:schemeClr val="lt1">
                <a:lumMod val="10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18" name="矩形 17"/>
          <p:cNvSpPr/>
          <p:nvPr>
            <p:custDataLst>
              <p:tags r:id="rId9"/>
            </p:custDataLst>
          </p:nvPr>
        </p:nvSpPr>
        <p:spPr>
          <a:xfrm>
            <a:off x="4199045" y="4070351"/>
            <a:ext cx="1149203" cy="47577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500" b="1">
                <a:solidFill>
                  <a:schemeClr val="lt1"/>
                </a:solidFill>
                <a:latin typeface="+mn-ea"/>
                <a:cs typeface="+mn-ea"/>
              </a:rPr>
              <a:t>02</a:t>
            </a:r>
            <a:endParaRPr kumimoji="1" lang="en-US" altLang="zh-CN" sz="2500" b="1">
              <a:solidFill>
                <a:schemeClr val="lt1"/>
              </a:solidFill>
              <a:latin typeface="+mn-ea"/>
              <a:cs typeface="+mn-ea"/>
            </a:endParaRPr>
          </a:p>
        </p:txBody>
      </p:sp>
      <p:sp>
        <p:nvSpPr>
          <p:cNvPr id="34" name="矩形 33"/>
          <p:cNvSpPr/>
          <p:nvPr>
            <p:custDataLst>
              <p:tags r:id="rId10"/>
            </p:custDataLst>
          </p:nvPr>
        </p:nvSpPr>
        <p:spPr>
          <a:xfrm>
            <a:off x="3643228" y="4972996"/>
            <a:ext cx="2261378" cy="1462909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lt1"/>
                </a:solidFill>
                <a:latin typeface="+mn-ea"/>
                <a:cs typeface="+mn-ea"/>
              </a:rPr>
              <a:t>建立高层指导小组，监督项目进展，推动跨部门问题解决</a:t>
            </a:r>
            <a:endParaRPr lang="zh-CN" altLang="en-US" sz="1200">
              <a:solidFill>
                <a:schemeClr val="lt1"/>
              </a:solidFill>
              <a:latin typeface="+mn-ea"/>
              <a:cs typeface="+mn-ea"/>
            </a:endParaRPr>
          </a:p>
        </p:txBody>
      </p:sp>
      <p:sp>
        <p:nvSpPr>
          <p:cNvPr id="35" name="椭圆 34"/>
          <p:cNvSpPr/>
          <p:nvPr>
            <p:custDataLst>
              <p:tags r:id="rId11"/>
            </p:custDataLst>
          </p:nvPr>
        </p:nvSpPr>
        <p:spPr>
          <a:xfrm>
            <a:off x="6941284" y="2792291"/>
            <a:ext cx="1035073" cy="1035073"/>
          </a:xfrm>
          <a:prstGeom prst="ellipse">
            <a:avLst/>
          </a:prstGeom>
          <a:noFill/>
          <a:ln w="25400">
            <a:solidFill>
              <a:schemeClr val="lt1">
                <a:lumMod val="10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36" name="矩形 35"/>
          <p:cNvSpPr/>
          <p:nvPr>
            <p:custDataLst>
              <p:tags r:id="rId12"/>
            </p:custDataLst>
          </p:nvPr>
        </p:nvSpPr>
        <p:spPr>
          <a:xfrm>
            <a:off x="6884114" y="4070351"/>
            <a:ext cx="1149203" cy="47577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500" b="1">
                <a:solidFill>
                  <a:schemeClr val="lt1"/>
                </a:solidFill>
                <a:latin typeface="+mn-ea"/>
                <a:cs typeface="+mn-ea"/>
              </a:rPr>
              <a:t>03</a:t>
            </a:r>
            <a:endParaRPr kumimoji="1" lang="en-US" altLang="zh-CN" sz="2500" b="1">
              <a:solidFill>
                <a:schemeClr val="lt1"/>
              </a:solidFill>
              <a:latin typeface="+mn-ea"/>
              <a:cs typeface="+mn-ea"/>
            </a:endParaRPr>
          </a:p>
        </p:txBody>
      </p:sp>
      <p:sp>
        <p:nvSpPr>
          <p:cNvPr id="37" name="矩形 36"/>
          <p:cNvSpPr/>
          <p:nvPr>
            <p:custDataLst>
              <p:tags r:id="rId13"/>
            </p:custDataLst>
          </p:nvPr>
        </p:nvSpPr>
        <p:spPr>
          <a:xfrm>
            <a:off x="6327662" y="4972996"/>
            <a:ext cx="2261378" cy="1462909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lt1"/>
                </a:solidFill>
                <a:latin typeface="+mn-ea"/>
                <a:cs typeface="+mn-ea"/>
              </a:rPr>
              <a:t>培训计划与激励措施并行，确保新系统顺利上线</a:t>
            </a:r>
            <a:endParaRPr lang="zh-CN" altLang="en-US" sz="1200">
              <a:solidFill>
                <a:schemeClr val="lt1"/>
              </a:solidFill>
              <a:latin typeface="+mn-ea"/>
              <a:cs typeface="+mn-ea"/>
            </a:endParaRPr>
          </a:p>
        </p:txBody>
      </p:sp>
      <p:sp>
        <p:nvSpPr>
          <p:cNvPr id="38" name="椭圆 37"/>
          <p:cNvSpPr/>
          <p:nvPr>
            <p:custDataLst>
              <p:tags r:id="rId14"/>
            </p:custDataLst>
          </p:nvPr>
        </p:nvSpPr>
        <p:spPr>
          <a:xfrm>
            <a:off x="9625718" y="2792291"/>
            <a:ext cx="1035073" cy="1035073"/>
          </a:xfrm>
          <a:prstGeom prst="ellipse">
            <a:avLst/>
          </a:prstGeom>
          <a:noFill/>
          <a:ln w="25400">
            <a:solidFill>
              <a:schemeClr val="lt1">
                <a:lumMod val="10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 sz="3200">
              <a:latin typeface="+mj-ea"/>
              <a:ea typeface="+mj-ea"/>
              <a:sym typeface="微软雅黑" panose="020B0503020204020204" charset="-122"/>
            </a:endParaRPr>
          </a:p>
        </p:txBody>
      </p:sp>
      <p:sp>
        <p:nvSpPr>
          <p:cNvPr id="39" name="矩形 38"/>
          <p:cNvSpPr/>
          <p:nvPr>
            <p:custDataLst>
              <p:tags r:id="rId15"/>
            </p:custDataLst>
          </p:nvPr>
        </p:nvSpPr>
        <p:spPr>
          <a:xfrm>
            <a:off x="9559020" y="4075432"/>
            <a:ext cx="1168241" cy="47577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500" b="1">
                <a:solidFill>
                  <a:schemeClr val="lt1"/>
                </a:solidFill>
                <a:latin typeface="+mn-ea"/>
                <a:cs typeface="+mn-ea"/>
              </a:rPr>
              <a:t>04</a:t>
            </a:r>
            <a:endParaRPr kumimoji="1" lang="en-US" altLang="zh-CN" sz="2500" b="1">
              <a:solidFill>
                <a:schemeClr val="lt1"/>
              </a:solidFill>
              <a:latin typeface="+mn-ea"/>
              <a:cs typeface="+mn-ea"/>
            </a:endParaRPr>
          </a:p>
        </p:txBody>
      </p:sp>
      <p:sp>
        <p:nvSpPr>
          <p:cNvPr id="40" name="矩形 39"/>
          <p:cNvSpPr/>
          <p:nvPr>
            <p:custDataLst>
              <p:tags r:id="rId16"/>
            </p:custDataLst>
          </p:nvPr>
        </p:nvSpPr>
        <p:spPr>
          <a:xfrm>
            <a:off x="9012732" y="4978078"/>
            <a:ext cx="2261378" cy="1462909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lt1"/>
                </a:solidFill>
                <a:latin typeface="+mn-ea"/>
                <a:cs typeface="+mn-ea"/>
              </a:rPr>
              <a:t>形成月度例会机制</a:t>
            </a:r>
            <a:endParaRPr lang="zh-CN" altLang="en-US" sz="1200">
              <a:solidFill>
                <a:schemeClr val="lt1"/>
              </a:solidFill>
              <a:latin typeface="+mn-ea"/>
              <a:cs typeface="+mn-ea"/>
            </a:endParaRPr>
          </a:p>
        </p:txBody>
      </p:sp>
      <p:sp>
        <p:nvSpPr>
          <p:cNvPr id="46" name="矩形 45"/>
          <p:cNvSpPr/>
          <p:nvPr>
            <p:custDataLst>
              <p:tags r:id="rId17"/>
            </p:custDataLst>
          </p:nvPr>
        </p:nvSpPr>
        <p:spPr>
          <a:xfrm>
            <a:off x="958159" y="4535331"/>
            <a:ext cx="2261578" cy="39574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lt1"/>
                </a:solidFill>
                <a:latin typeface="+mn-ea"/>
                <a:cs typeface="+mn-ea"/>
              </a:rPr>
              <a:t>组建项目团队与角色职责</a:t>
            </a:r>
            <a:endParaRPr lang="zh-CN" altLang="en-US" sz="1600" b="1">
              <a:solidFill>
                <a:schemeClr val="lt1"/>
              </a:solidFill>
              <a:latin typeface="+mn-ea"/>
              <a:cs typeface="+mn-ea"/>
            </a:endParaRPr>
          </a:p>
        </p:txBody>
      </p:sp>
      <p:pic>
        <p:nvPicPr>
          <p:cNvPr id="47" name="图形 1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818880" y="3040026"/>
            <a:ext cx="542830" cy="540046"/>
          </a:xfrm>
          <a:prstGeom prst="rect">
            <a:avLst/>
          </a:prstGeom>
        </p:spPr>
      </p:pic>
      <p:sp>
        <p:nvSpPr>
          <p:cNvPr id="48" name="矩形 47"/>
          <p:cNvSpPr/>
          <p:nvPr>
            <p:custDataLst>
              <p:tags r:id="rId21"/>
            </p:custDataLst>
          </p:nvPr>
        </p:nvSpPr>
        <p:spPr>
          <a:xfrm>
            <a:off x="3643228" y="4535331"/>
            <a:ext cx="2261578" cy="39574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lt1"/>
                </a:solidFill>
                <a:latin typeface="+mn-ea"/>
                <a:cs typeface="+mn-ea"/>
              </a:rPr>
              <a:t>高层支持与项目治理</a:t>
            </a:r>
            <a:endParaRPr lang="zh-CN" altLang="en-US" sz="1600" b="1">
              <a:solidFill>
                <a:schemeClr val="lt1"/>
              </a:solidFill>
              <a:latin typeface="+mn-ea"/>
              <a:cs typeface="+mn-ea"/>
            </a:endParaRPr>
          </a:p>
        </p:txBody>
      </p:sp>
      <p:pic>
        <p:nvPicPr>
          <p:cNvPr id="49" name="图形 2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521736" y="3065435"/>
            <a:ext cx="505826" cy="489150"/>
          </a:xfrm>
          <a:prstGeom prst="rect">
            <a:avLst/>
          </a:prstGeom>
        </p:spPr>
      </p:pic>
      <p:sp>
        <p:nvSpPr>
          <p:cNvPr id="50" name="矩形 49"/>
          <p:cNvSpPr/>
          <p:nvPr>
            <p:custDataLst>
              <p:tags r:id="rId25"/>
            </p:custDataLst>
          </p:nvPr>
        </p:nvSpPr>
        <p:spPr>
          <a:xfrm>
            <a:off x="6327662" y="4535331"/>
            <a:ext cx="2261578" cy="39574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lt1"/>
                </a:solidFill>
                <a:latin typeface="+mn-ea"/>
                <a:cs typeface="+mn-ea"/>
              </a:rPr>
              <a:t>培训、激励与风险沟通</a:t>
            </a:r>
            <a:endParaRPr lang="zh-CN" altLang="en-US" sz="1600" b="1">
              <a:solidFill>
                <a:schemeClr val="lt1"/>
              </a:solidFill>
              <a:latin typeface="+mn-ea"/>
              <a:cs typeface="+mn-ea"/>
            </a:endParaRPr>
          </a:p>
        </p:txBody>
      </p:sp>
      <p:pic>
        <p:nvPicPr>
          <p:cNvPr id="51" name="图形 3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211252" y="3040026"/>
            <a:ext cx="495504" cy="540044"/>
          </a:xfrm>
          <a:prstGeom prst="rect">
            <a:avLst/>
          </a:prstGeom>
        </p:spPr>
      </p:pic>
      <p:sp>
        <p:nvSpPr>
          <p:cNvPr id="52" name="矩形 51"/>
          <p:cNvSpPr/>
          <p:nvPr>
            <p:custDataLst>
              <p:tags r:id="rId29"/>
            </p:custDataLst>
          </p:nvPr>
        </p:nvSpPr>
        <p:spPr>
          <a:xfrm>
            <a:off x="9012732" y="4535331"/>
            <a:ext cx="2261578" cy="39574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chemeClr val="lt1"/>
                </a:solidFill>
                <a:latin typeface="+mn-ea"/>
                <a:cs typeface="+mn-ea"/>
              </a:rPr>
              <a:t>月度例会</a:t>
            </a:r>
            <a:endParaRPr lang="zh-CN" altLang="en-US" sz="1600" b="1">
              <a:solidFill>
                <a:schemeClr val="lt1"/>
              </a:solidFill>
              <a:latin typeface="+mn-ea"/>
              <a:cs typeface="+mn-ea"/>
            </a:endParaRPr>
          </a:p>
        </p:txBody>
      </p:sp>
      <p:pic>
        <p:nvPicPr>
          <p:cNvPr id="53" name="图形 4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948409" y="3040026"/>
            <a:ext cx="387724" cy="540045"/>
          </a:xfrm>
          <a:prstGeom prst="rect">
            <a:avLst/>
          </a:prstGeom>
        </p:spPr>
      </p:pic>
    </p:spTree>
    <p:custDataLst>
      <p:tags r:id="rId3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84120" y="3159125"/>
            <a:ext cx="7155815" cy="105156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chemeClr val="tx1"/>
                </a:solidFill>
              </a:rPr>
              <a:t>第五步：数据知识治理</a:t>
            </a:r>
            <a:endParaRPr lang="zh-CN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05</a:t>
            </a:r>
            <a:endParaRPr lang="en-US" altLang="en-US">
              <a:solidFill>
                <a:schemeClr val="accent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695960" y="1415799"/>
            <a:ext cx="5041524" cy="4644259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 w="9525">
            <a:solidFill>
              <a:schemeClr val="tx1">
                <a:lumMod val="40000"/>
                <a:lumOff val="60000"/>
                <a:alpha val="2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pic>
        <p:nvPicPr>
          <p:cNvPr id="4" name="图片 3" descr="C:/Users/dell/AppData/Roaming/Kingsoft/office6/wppai/generateppt/c3102b176c219851fdafbca9a1c517d1.jpgc3102b176c219851fdafbca9a1c517d1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 t="20800" b="20800"/>
          <a:stretch>
            <a:fillRect/>
          </a:stretch>
        </p:blipFill>
        <p:spPr>
          <a:xfrm>
            <a:off x="696595" y="1415799"/>
            <a:ext cx="5040889" cy="294386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1136092" y="4536104"/>
            <a:ext cx="4173296" cy="5201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数据准备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1136092" y="5082301"/>
            <a:ext cx="4174293" cy="91607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收集、清洗小额理赔相关数据与文档，确保模型训练所需数据准确完备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6"/>
            </p:custDataLst>
          </p:nvPr>
        </p:nvSpPr>
        <p:spPr>
          <a:xfrm>
            <a:off x="6455791" y="1415799"/>
            <a:ext cx="5040889" cy="464425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20" name="矩形 19"/>
          <p:cNvSpPr/>
          <p:nvPr>
            <p:custDataLst>
              <p:tags r:id="rId7"/>
            </p:custDataLst>
          </p:nvPr>
        </p:nvSpPr>
        <p:spPr>
          <a:xfrm>
            <a:off x="6909261" y="4536104"/>
            <a:ext cx="4171303" cy="5201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lt1"/>
                </a:solidFill>
                <a:latin typeface="+mn-ea"/>
                <a:cs typeface="+mn-ea"/>
              </a:rPr>
              <a:t>数据治理</a:t>
            </a:r>
            <a:endParaRPr lang="zh-CN" altLang="en-US" sz="2400" b="1" dirty="0">
              <a:solidFill>
                <a:schemeClr val="lt1"/>
              </a:solidFill>
              <a:latin typeface="+mn-ea"/>
              <a:cs typeface="+mn-ea"/>
            </a:endParaRPr>
          </a:p>
        </p:txBody>
      </p:sp>
      <p:sp>
        <p:nvSpPr>
          <p:cNvPr id="21" name="矩形 20"/>
          <p:cNvSpPr/>
          <p:nvPr>
            <p:custDataLst>
              <p:tags r:id="rId8"/>
            </p:custDataLst>
          </p:nvPr>
        </p:nvSpPr>
        <p:spPr>
          <a:xfrm>
            <a:off x="6905450" y="5082301"/>
            <a:ext cx="4174293" cy="91607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lt1"/>
                </a:solidFill>
                <a:latin typeface="+mn-ea"/>
                <a:cs typeface="+mn-ea"/>
              </a:rPr>
              <a:t>建立持续的数据治理机制，落实数据权限和合规要求，进行必要标注与整理</a:t>
            </a:r>
            <a:endParaRPr lang="zh-CN" altLang="en-US" dirty="0">
              <a:solidFill>
                <a:schemeClr val="lt1"/>
              </a:solidFill>
              <a:latin typeface="+mn-ea"/>
              <a:cs typeface="+mn-ea"/>
            </a:endParaRPr>
          </a:p>
        </p:txBody>
      </p:sp>
      <p:pic>
        <p:nvPicPr>
          <p:cNvPr id="22" name="图片 21" descr="C:/Users/WPS/Desktop/image13.jpegimage13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 cstate="print"/>
          <a:srcRect/>
          <a:stretch>
            <a:fillRect/>
          </a:stretch>
        </p:blipFill>
        <p:spPr>
          <a:xfrm>
            <a:off x="6455791" y="1415799"/>
            <a:ext cx="5040889" cy="294386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mpd="sng">
            <a:solidFill>
              <a:schemeClr val="tx1">
                <a:lumMod val="40000"/>
                <a:lumOff val="60000"/>
                <a:alpha val="20000"/>
              </a:schemeClr>
            </a:solidFill>
          </a:ln>
        </p:spPr>
      </p:pic>
      <p:sp>
        <p:nvSpPr>
          <p:cNvPr id="7" name="标题 6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87095" y="539750"/>
            <a:ext cx="10800080" cy="53594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chemeClr val="tx1"/>
                </a:solidFill>
              </a:rPr>
              <a:t>理赔数据及知识的治理管理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42975" y="484505"/>
            <a:ext cx="10800080" cy="53594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chemeClr val="tx1"/>
                </a:solidFill>
              </a:rPr>
              <a:t>理赔知识资产清单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191895" y="1537335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p/>
          <a:p>
            <a:pPr>
              <a:spcAft>
                <a:spcPts val="500"/>
              </a:spcAft>
              <a:defRPr sz="1600"/>
            </a:pPr>
            <a:r>
              <a:t>● 理赔流程类知识：理赔步骤、材料要求、赔付路径、分流规则</a:t>
            </a:r>
          </a:p>
          <a:p>
            <a:pPr>
              <a:spcAft>
                <a:spcPts val="500"/>
              </a:spcAft>
              <a:defRPr sz="1600"/>
            </a:pPr>
            <a:r>
              <a:t>● 票据识别知识：常见医院发票模板、诊断证明结构、字段解释</a:t>
            </a:r>
          </a:p>
          <a:p>
            <a:pPr>
              <a:spcAft>
                <a:spcPts val="500"/>
              </a:spcAft>
              <a:defRPr sz="1600"/>
            </a:pPr>
            <a:r>
              <a:t>● 风控知识：可疑行为模式、黑名单特征、欺诈评分规则</a:t>
            </a:r>
          </a:p>
          <a:p>
            <a:pPr>
              <a:spcAft>
                <a:spcPts val="500"/>
              </a:spcAft>
              <a:defRPr sz="1600"/>
            </a:pPr>
            <a:r>
              <a:t>● 理赔规则文档：不同险种对应责任、金额阈值规则、例外条款</a:t>
            </a:r>
          </a:p>
          <a:p>
            <a:pPr>
              <a:spcAft>
                <a:spcPts val="500"/>
              </a:spcAft>
              <a:defRPr sz="1600"/>
            </a:pPr>
            <a:r>
              <a:t>● 客户服务话术：用户常见问题回复模板、拒赔解释标准用语</a:t>
            </a:r>
          </a:p>
          <a:p>
            <a:pPr>
              <a:spcAft>
                <a:spcPts val="500"/>
              </a:spcAft>
              <a:defRPr sz="1600"/>
            </a:pPr>
            <a:r>
              <a:t>● 数据字段标准：理赔表单字段定义、单位规范、时间格式</a:t>
            </a:r>
          </a:p>
          <a:p>
            <a:pPr>
              <a:spcAft>
                <a:spcPts val="500"/>
              </a:spcAft>
              <a:defRPr sz="1600"/>
            </a:pPr>
            <a:r>
              <a:t>● 赔案分类知识：按病种/医院级别/责任归属分类标签</a:t>
            </a:r>
          </a:p>
          <a:p>
            <a:pPr>
              <a:spcAft>
                <a:spcPts val="500"/>
              </a:spcAft>
              <a:defRPr sz="1600"/>
            </a:pPr>
            <a:r>
              <a:t>● 异常案例库：过往问题赔案、错赔记录、误识别OCR图样集</a:t>
            </a:r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数据治理标注样例</a:t>
            </a:r>
            <a:endParaRPr lang="zh-CN" altLang="en-US"/>
          </a:p>
        </p:txBody>
      </p:sp>
      <p:sp>
        <p:nvSpPr>
          <p:cNvPr id="5" name="TextBox 3"/>
          <p:cNvSpPr txBox="1"/>
          <p:nvPr/>
        </p:nvSpPr>
        <p:spPr>
          <a:xfrm>
            <a:off x="677545" y="109728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500"/>
              </a:spcAft>
              <a:defRPr sz="1600"/>
            </a:pPr>
            <a:r>
              <a:t>【原始票据文本】（OCR识别结果）</a:t>
            </a:r>
          </a:p>
          <a:p>
            <a:pPr>
              <a:spcAft>
                <a:spcPts val="500"/>
              </a:spcAft>
              <a:defRPr sz="1600"/>
            </a:pPr>
            <a:r>
              <a:t>  发票号码：08456879</a:t>
            </a:r>
          </a:p>
          <a:p>
            <a:pPr>
              <a:spcAft>
                <a:spcPts val="500"/>
              </a:spcAft>
              <a:defRPr sz="1600"/>
            </a:pPr>
            <a:r>
              <a:t>  开票医院：深圳市人民医院</a:t>
            </a:r>
          </a:p>
          <a:p>
            <a:pPr>
              <a:spcAft>
                <a:spcPts val="500"/>
              </a:spcAft>
              <a:defRPr sz="1600"/>
            </a:pPr>
            <a:r>
              <a:t>  门诊费用总额：￥218.00</a:t>
            </a:r>
          </a:p>
          <a:p>
            <a:pPr>
              <a:spcAft>
                <a:spcPts val="500"/>
              </a:spcAft>
              <a:defRPr sz="1600"/>
            </a:pPr>
            <a:r>
              <a:t>  项目：抗生素注射；费用：180.00</a:t>
            </a:r>
          </a:p>
          <a:p>
            <a:pPr>
              <a:spcAft>
                <a:spcPts val="500"/>
              </a:spcAft>
              <a:defRPr sz="1600"/>
            </a:pPr>
            <a:r>
              <a:t>  项目：门诊挂号；费用：38.00</a:t>
            </a:r>
          </a:p>
          <a:p>
            <a:pPr>
              <a:spcAft>
                <a:spcPts val="500"/>
              </a:spcAft>
              <a:defRPr sz="1600"/>
            </a:pPr>
          </a:p>
          <a:p>
            <a:pPr>
              <a:spcAft>
                <a:spcPts val="500"/>
              </a:spcAft>
              <a:defRPr sz="1600"/>
            </a:pPr>
            <a:r>
              <a:t>【知识标注示例】</a:t>
            </a:r>
          </a:p>
          <a:p>
            <a:pPr>
              <a:spcAft>
                <a:spcPts val="500"/>
              </a:spcAft>
              <a:defRPr sz="1600"/>
            </a:pPr>
            <a:r>
              <a:t>  [字段识别]：</a:t>
            </a:r>
          </a:p>
          <a:p>
            <a:pPr>
              <a:spcAft>
                <a:spcPts val="500"/>
              </a:spcAft>
              <a:defRPr sz="1600"/>
            </a:pPr>
            <a:r>
              <a:t>    发票号码 → 字段ID：invoice_no；值：08456879</a:t>
            </a:r>
          </a:p>
          <a:p>
            <a:pPr>
              <a:spcAft>
                <a:spcPts val="500"/>
              </a:spcAft>
              <a:defRPr sz="1600"/>
            </a:pPr>
            <a:r>
              <a:t>    医院名称 → 字段ID：hospital_name；值：深圳市人民医院</a:t>
            </a:r>
          </a:p>
          <a:p>
            <a:pPr>
              <a:spcAft>
                <a:spcPts val="500"/>
              </a:spcAft>
              <a:defRPr sz="1600"/>
            </a:pPr>
            <a:r>
              <a:t>    总金额 → 字段ID：total_amount；值：218.00</a:t>
            </a:r>
          </a:p>
          <a:p>
            <a:pPr>
              <a:spcAft>
                <a:spcPts val="500"/>
              </a:spcAft>
              <a:defRPr sz="1600"/>
            </a:pPr>
            <a:r>
              <a:t>  [规则绑定]：</a:t>
            </a:r>
          </a:p>
          <a:p>
            <a:pPr>
              <a:spcAft>
                <a:spcPts val="500"/>
              </a:spcAft>
              <a:defRPr sz="1600"/>
            </a:pPr>
            <a:r>
              <a:t>    hospital_name → 匹配医院等级知识库，结果：三级甲等</a:t>
            </a:r>
          </a:p>
          <a:p>
            <a:pPr>
              <a:spcAft>
                <a:spcPts val="500"/>
              </a:spcAft>
              <a:defRPr sz="1600"/>
            </a:pPr>
            <a:r>
              <a:t>    项目内容 → 匹配医保合规项目词典，判断：可赔</a:t>
            </a:r>
          </a:p>
          <a:p>
            <a:pPr>
              <a:spcAft>
                <a:spcPts val="500"/>
              </a:spcAft>
              <a:defRPr sz="1600"/>
            </a:pPr>
            <a:r>
              <a:t>    total_amount &gt; 快赔上限（300元）？否 → 路径：自动赔付</a:t>
            </a: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>
                <a:solidFill>
                  <a:schemeClr val="tx1"/>
                </a:solidFill>
              </a:rPr>
              <a:t>第六步：</a:t>
            </a:r>
            <a:r>
              <a:rPr lang="en-US">
                <a:solidFill>
                  <a:schemeClr val="tx1"/>
                </a:solidFill>
              </a:rPr>
              <a:t>IT</a:t>
            </a:r>
            <a:r>
              <a:rPr lang="zh-CN" altLang="en-US">
                <a:solidFill>
                  <a:schemeClr val="tx1"/>
                </a:solidFill>
              </a:rPr>
              <a:t>产品落地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06</a:t>
            </a:r>
            <a:endParaRPr lang="en-US" altLang="en-US">
              <a:solidFill>
                <a:schemeClr val="accent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42340" y="496570"/>
            <a:ext cx="10800080" cy="535940"/>
          </a:xfrm>
        </p:spPr>
        <p:txBody>
          <a:bodyPr>
            <a:normAutofit fontScale="90000"/>
          </a:bodyPr>
          <a:p>
            <a:r>
              <a:rPr lang="en-US">
                <a:solidFill>
                  <a:schemeClr val="tx1"/>
                </a:solidFill>
              </a:rPr>
              <a:t>IT</a:t>
            </a:r>
            <a:r>
              <a:rPr lang="zh-CN" altLang="en-US">
                <a:solidFill>
                  <a:schemeClr val="tx1"/>
                </a:solidFill>
              </a:rPr>
              <a:t>落地步骤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77315" y="2166620"/>
            <a:ext cx="929957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1</a:t>
            </a:r>
            <a:r>
              <a:rPr lang="zh-CN" altLang="en-US"/>
              <a:t>、利用</a:t>
            </a:r>
            <a:r>
              <a:rPr lang="en-US" altLang="zh-CN"/>
              <a:t>HiAgent</a:t>
            </a:r>
            <a:r>
              <a:rPr lang="zh-CN" altLang="en-US"/>
              <a:t>开发一个</a:t>
            </a:r>
            <a:r>
              <a:rPr lang="en-US" altLang="zh-CN"/>
              <a:t>Agent</a:t>
            </a:r>
            <a:r>
              <a:rPr lang="zh-CN" altLang="en-US"/>
              <a:t>，跑通以上路径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、将生成页面嵌入理赔系统，增加一个按钮，供用户选择快速理赔通道，如果识别结果超出快速理赔，自动转常规理赔页面；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、为了提高快速理赔准确度，挂在快速理赔知识库；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42340" y="496570"/>
            <a:ext cx="10800080" cy="53594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chemeClr val="tx1"/>
                </a:solidFill>
              </a:rPr>
              <a:t>产品</a:t>
            </a:r>
            <a:r>
              <a:rPr lang="en-US" altLang="zh-CN">
                <a:solidFill>
                  <a:schemeClr val="tx1"/>
                </a:solidFill>
              </a:rPr>
              <a:t>Demo</a:t>
            </a:r>
            <a:r>
              <a:rPr lang="zh-CN" altLang="en-US">
                <a:solidFill>
                  <a:schemeClr val="tx1"/>
                </a:solidFill>
              </a:rPr>
              <a:t>（需现场演示）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25" y="3975735"/>
            <a:ext cx="5318125" cy="22815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390" y="1081405"/>
            <a:ext cx="4989830" cy="28460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845" y="3781425"/>
            <a:ext cx="5362575" cy="267398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364740" y="3159125"/>
            <a:ext cx="8486140" cy="1051560"/>
          </a:xfrm>
        </p:spPr>
        <p:txBody>
          <a:bodyPr>
            <a:normAutofit/>
          </a:bodyPr>
          <a:p>
            <a:r>
              <a:rPr lang="zh-CN" altLang="en-US">
                <a:solidFill>
                  <a:schemeClr val="tx1"/>
                </a:solidFill>
              </a:rPr>
              <a:t>第七步：</a:t>
            </a:r>
            <a:r>
              <a:rPr lang="en-US" altLang="zh-CN">
                <a:solidFill>
                  <a:schemeClr val="tx1"/>
                </a:solidFill>
              </a:rPr>
              <a:t>AI</a:t>
            </a:r>
            <a:r>
              <a:rPr lang="zh-CN" altLang="en-US">
                <a:solidFill>
                  <a:schemeClr val="tx1"/>
                </a:solidFill>
              </a:rPr>
              <a:t>融入业务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07</a:t>
            </a:r>
            <a:endParaRPr lang="en-US" altLang="en-US">
              <a:solidFill>
                <a:schemeClr val="accent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/>
          <p:cNvSpPr/>
          <p:nvPr>
            <p:custDataLst>
              <p:tags r:id="rId1"/>
            </p:custDataLst>
          </p:nvPr>
        </p:nvSpPr>
        <p:spPr>
          <a:xfrm>
            <a:off x="696595" y="2414509"/>
            <a:ext cx="3230435" cy="3105333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961406" y="3647752"/>
            <a:ext cx="2702719" cy="16053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功能测试覆盖正常与异常流程，确保环节衔接无误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0" name="圆角矩形 9"/>
          <p:cNvSpPr/>
          <p:nvPr>
            <p:custDataLst>
              <p:tags r:id="rId3"/>
            </p:custDataLst>
          </p:nvPr>
        </p:nvSpPr>
        <p:spPr>
          <a:xfrm>
            <a:off x="961406" y="1977603"/>
            <a:ext cx="694096" cy="68012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lt1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2000" b="1" dirty="0">
              <a:solidFill>
                <a:schemeClr val="l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964581" y="2832999"/>
            <a:ext cx="2703989" cy="4553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</a:rPr>
              <a:t>功能测试确保流程无误</a:t>
            </a:r>
            <a:endParaRPr lang="zh-CN" altLang="en-US" sz="22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2" name="矩形: 圆角 2"/>
          <p:cNvSpPr/>
          <p:nvPr>
            <p:custDataLst>
              <p:tags r:id="rId5"/>
            </p:custDataLst>
          </p:nvPr>
        </p:nvSpPr>
        <p:spPr>
          <a:xfrm>
            <a:off x="4481418" y="2414509"/>
            <a:ext cx="3230435" cy="3105333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4746228" y="3652832"/>
            <a:ext cx="2702719" cy="16053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性能与安全测试确保系统稳定，防范数据泄露，强化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RPA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权限控制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>
          <a:xfrm>
            <a:off x="4746228" y="1977603"/>
            <a:ext cx="694096" cy="68012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solidFill>
                  <a:schemeClr val="lt1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2000" b="1" dirty="0">
              <a:solidFill>
                <a:schemeClr val="l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8"/>
            </p:custDataLst>
          </p:nvPr>
        </p:nvSpPr>
        <p:spPr>
          <a:xfrm>
            <a:off x="4751944" y="2845064"/>
            <a:ext cx="2703989" cy="44325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</a:rPr>
              <a:t>性能与安全测试保障稳定</a:t>
            </a:r>
            <a:endParaRPr lang="zh-CN" altLang="en-US" sz="22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63" name="矩形: 圆角 2"/>
          <p:cNvSpPr/>
          <p:nvPr>
            <p:custDataLst>
              <p:tags r:id="rId9"/>
            </p:custDataLst>
          </p:nvPr>
        </p:nvSpPr>
        <p:spPr>
          <a:xfrm>
            <a:off x="8266240" y="2414509"/>
            <a:ext cx="3230435" cy="3105333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矩形 15"/>
          <p:cNvSpPr/>
          <p:nvPr>
            <p:custDataLst>
              <p:tags r:id="rId10"/>
            </p:custDataLst>
          </p:nvPr>
        </p:nvSpPr>
        <p:spPr>
          <a:xfrm>
            <a:off x="8531051" y="3647752"/>
            <a:ext cx="2702719" cy="160537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邀请理赔员和客户参与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UAT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，收集反馈优化操作细节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5" name="圆角矩形 64"/>
          <p:cNvSpPr/>
          <p:nvPr>
            <p:custDataLst>
              <p:tags r:id="rId11"/>
            </p:custDataLst>
          </p:nvPr>
        </p:nvSpPr>
        <p:spPr>
          <a:xfrm>
            <a:off x="8531051" y="1977603"/>
            <a:ext cx="694096" cy="68012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chemeClr val="lt1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2000" b="1" dirty="0">
              <a:solidFill>
                <a:schemeClr val="lt1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17" name="直接连接符 16"/>
          <p:cNvCxnSpPr/>
          <p:nvPr>
            <p:custDataLst>
              <p:tags r:id="rId12"/>
            </p:custDataLst>
          </p:nvPr>
        </p:nvCxnSpPr>
        <p:spPr>
          <a:xfrm flipV="1">
            <a:off x="882026" y="3452160"/>
            <a:ext cx="2844332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4666849" y="3452160"/>
            <a:ext cx="2844332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>
            <p:custDataLst>
              <p:tags r:id="rId14"/>
            </p:custDataLst>
          </p:nvPr>
        </p:nvCxnSpPr>
        <p:spPr>
          <a:xfrm flipV="1">
            <a:off x="8451671" y="3452160"/>
            <a:ext cx="2844332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/>
          <p:nvPr>
            <p:custDataLst>
              <p:tags r:id="rId15"/>
            </p:custDataLst>
          </p:nvPr>
        </p:nvSpPr>
        <p:spPr>
          <a:xfrm>
            <a:off x="8531051" y="2850145"/>
            <a:ext cx="2703989" cy="44325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chemeClr val="accent1"/>
                </a:solidFill>
                <a:latin typeface="+mn-ea"/>
                <a:cs typeface="+mn-ea"/>
              </a:rPr>
              <a:t>用户验收优化细节</a:t>
            </a:r>
            <a:endParaRPr lang="zh-CN" altLang="en-US" sz="22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882015" y="451485"/>
            <a:ext cx="10800080" cy="53594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chemeClr val="tx1"/>
                </a:solidFill>
              </a:rPr>
              <a:t>系统测试、优化与部署：系统测试与优化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直接连接符 75"/>
          <p:cNvCxnSpPr/>
          <p:nvPr>
            <p:custDataLst>
              <p:tags r:id="rId1"/>
            </p:custDataLst>
          </p:nvPr>
        </p:nvCxnSpPr>
        <p:spPr>
          <a:xfrm>
            <a:off x="6898640" y="5965825"/>
            <a:ext cx="4679315" cy="0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>
            <p:custDataLst>
              <p:tags r:id="rId2"/>
            </p:custDataLst>
          </p:nvPr>
        </p:nvCxnSpPr>
        <p:spPr>
          <a:xfrm>
            <a:off x="1627505" y="5865495"/>
            <a:ext cx="7217410" cy="0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98" name="任意多边形: 形状 1397"/>
          <p:cNvSpPr/>
          <p:nvPr>
            <p:custDataLst>
              <p:tags r:id="rId3"/>
            </p:custDataLst>
          </p:nvPr>
        </p:nvSpPr>
        <p:spPr>
          <a:xfrm>
            <a:off x="635635" y="5552440"/>
            <a:ext cx="631190" cy="631190"/>
          </a:xfrm>
          <a:custGeom>
            <a:avLst/>
            <a:gdLst>
              <a:gd name="connsiteX0" fmla="*/ 35521 w 1877718"/>
              <a:gd name="connsiteY0" fmla="*/ 850803 h 1863247"/>
              <a:gd name="connsiteX1" fmla="*/ 865299 w 1877718"/>
              <a:gd name="connsiteY1" fmla="*/ 21025 h 1863247"/>
              <a:gd name="connsiteX2" fmla="*/ 1026916 w 1877718"/>
              <a:gd name="connsiteY2" fmla="*/ 21050 h 1863247"/>
              <a:gd name="connsiteX3" fmla="*/ 1856694 w 1877718"/>
              <a:gd name="connsiteY3" fmla="*/ 850828 h 1863247"/>
              <a:gd name="connsiteX4" fmla="*/ 1856669 w 1877718"/>
              <a:gd name="connsiteY4" fmla="*/ 1012446 h 1863247"/>
              <a:gd name="connsiteX5" fmla="*/ 1026891 w 1877718"/>
              <a:gd name="connsiteY5" fmla="*/ 1842223 h 1863247"/>
              <a:gd name="connsiteX6" fmla="*/ 865274 w 1877718"/>
              <a:gd name="connsiteY6" fmla="*/ 1842198 h 1863247"/>
              <a:gd name="connsiteX7" fmla="*/ 35496 w 1877718"/>
              <a:gd name="connsiteY7" fmla="*/ 1012420 h 1863247"/>
              <a:gd name="connsiteX8" fmla="*/ 35521 w 1877718"/>
              <a:gd name="connsiteY8" fmla="*/ 850803 h 1863247"/>
              <a:gd name="connsiteX0-1" fmla="*/ 35521 w 1877718"/>
              <a:gd name="connsiteY0-2" fmla="*/ 850803 h 1863247"/>
              <a:gd name="connsiteX1-3" fmla="*/ 865299 w 1877718"/>
              <a:gd name="connsiteY1-4" fmla="*/ 21025 h 1863247"/>
              <a:gd name="connsiteX2-5" fmla="*/ 1026916 w 1877718"/>
              <a:gd name="connsiteY2-6" fmla="*/ 21050 h 1863247"/>
              <a:gd name="connsiteX3-7" fmla="*/ 1856694 w 1877718"/>
              <a:gd name="connsiteY3-8" fmla="*/ 850828 h 1863247"/>
              <a:gd name="connsiteX4-9" fmla="*/ 1856669 w 1877718"/>
              <a:gd name="connsiteY4-10" fmla="*/ 1012446 h 1863247"/>
              <a:gd name="connsiteX5-11" fmla="*/ 1026891 w 1877718"/>
              <a:gd name="connsiteY5-12" fmla="*/ 1842223 h 1863247"/>
              <a:gd name="connsiteX6-13" fmla="*/ 865274 w 1877718"/>
              <a:gd name="connsiteY6-14" fmla="*/ 1842198 h 1863247"/>
              <a:gd name="connsiteX7-15" fmla="*/ 35496 w 1877718"/>
              <a:gd name="connsiteY7-16" fmla="*/ 1012420 h 1863247"/>
              <a:gd name="connsiteX8-17" fmla="*/ 35521 w 1877718"/>
              <a:gd name="connsiteY8-18" fmla="*/ 850803 h 1863247"/>
              <a:gd name="connsiteX0-19" fmla="*/ 35521 w 1877718"/>
              <a:gd name="connsiteY0-20" fmla="*/ 850813 h 1863257"/>
              <a:gd name="connsiteX1-21" fmla="*/ 865299 w 1877718"/>
              <a:gd name="connsiteY1-22" fmla="*/ 21035 h 1863257"/>
              <a:gd name="connsiteX2-23" fmla="*/ 1026916 w 1877718"/>
              <a:gd name="connsiteY2-24" fmla="*/ 21060 h 1863257"/>
              <a:gd name="connsiteX3-25" fmla="*/ 1856694 w 1877718"/>
              <a:gd name="connsiteY3-26" fmla="*/ 850838 h 1863257"/>
              <a:gd name="connsiteX4-27" fmla="*/ 1856669 w 1877718"/>
              <a:gd name="connsiteY4-28" fmla="*/ 1012456 h 1863257"/>
              <a:gd name="connsiteX5-29" fmla="*/ 1026891 w 1877718"/>
              <a:gd name="connsiteY5-30" fmla="*/ 1842233 h 1863257"/>
              <a:gd name="connsiteX6-31" fmla="*/ 865274 w 1877718"/>
              <a:gd name="connsiteY6-32" fmla="*/ 1842208 h 1863257"/>
              <a:gd name="connsiteX7-33" fmla="*/ 35496 w 1877718"/>
              <a:gd name="connsiteY7-34" fmla="*/ 1012430 h 1863257"/>
              <a:gd name="connsiteX8-35" fmla="*/ 35521 w 1877718"/>
              <a:gd name="connsiteY8-36" fmla="*/ 850813 h 1863257"/>
              <a:gd name="connsiteX0-37" fmla="*/ 35521 w 1877718"/>
              <a:gd name="connsiteY0-38" fmla="*/ 865273 h 1877717"/>
              <a:gd name="connsiteX1-39" fmla="*/ 865299 w 1877718"/>
              <a:gd name="connsiteY1-40" fmla="*/ 35495 h 1877717"/>
              <a:gd name="connsiteX2-41" fmla="*/ 1026916 w 1877718"/>
              <a:gd name="connsiteY2-42" fmla="*/ 35520 h 1877717"/>
              <a:gd name="connsiteX3-43" fmla="*/ 1856694 w 1877718"/>
              <a:gd name="connsiteY3-44" fmla="*/ 865298 h 1877717"/>
              <a:gd name="connsiteX4-45" fmla="*/ 1856669 w 1877718"/>
              <a:gd name="connsiteY4-46" fmla="*/ 1026916 h 1877717"/>
              <a:gd name="connsiteX5-47" fmla="*/ 1026891 w 1877718"/>
              <a:gd name="connsiteY5-48" fmla="*/ 1856693 h 1877717"/>
              <a:gd name="connsiteX6-49" fmla="*/ 865274 w 1877718"/>
              <a:gd name="connsiteY6-50" fmla="*/ 1856668 h 1877717"/>
              <a:gd name="connsiteX7-51" fmla="*/ 35496 w 1877718"/>
              <a:gd name="connsiteY7-52" fmla="*/ 1026890 h 1877717"/>
              <a:gd name="connsiteX8-53" fmla="*/ 35521 w 1877718"/>
              <a:gd name="connsiteY8-54" fmla="*/ 865273 h 1877717"/>
              <a:gd name="connsiteX0-55" fmla="*/ 35521 w 1877718"/>
              <a:gd name="connsiteY0-56" fmla="*/ 865273 h 1877717"/>
              <a:gd name="connsiteX1-57" fmla="*/ 865299 w 1877718"/>
              <a:gd name="connsiteY1-58" fmla="*/ 35495 h 1877717"/>
              <a:gd name="connsiteX2-59" fmla="*/ 1026916 w 1877718"/>
              <a:gd name="connsiteY2-60" fmla="*/ 35520 h 1877717"/>
              <a:gd name="connsiteX3-61" fmla="*/ 1856694 w 1877718"/>
              <a:gd name="connsiteY3-62" fmla="*/ 865298 h 1877717"/>
              <a:gd name="connsiteX4-63" fmla="*/ 1856669 w 1877718"/>
              <a:gd name="connsiteY4-64" fmla="*/ 1026916 h 1877717"/>
              <a:gd name="connsiteX5-65" fmla="*/ 1026891 w 1877718"/>
              <a:gd name="connsiteY5-66" fmla="*/ 1856693 h 1877717"/>
              <a:gd name="connsiteX6-67" fmla="*/ 865274 w 1877718"/>
              <a:gd name="connsiteY6-68" fmla="*/ 1856668 h 1877717"/>
              <a:gd name="connsiteX7-69" fmla="*/ 35496 w 1877718"/>
              <a:gd name="connsiteY7-70" fmla="*/ 1026890 h 1877717"/>
              <a:gd name="connsiteX8-71" fmla="*/ 35521 w 1877718"/>
              <a:gd name="connsiteY8-72" fmla="*/ 865273 h 1877717"/>
              <a:gd name="connsiteX0-73" fmla="*/ 35521 w 1877718"/>
              <a:gd name="connsiteY0-74" fmla="*/ 865273 h 1877717"/>
              <a:gd name="connsiteX1-75" fmla="*/ 865299 w 1877718"/>
              <a:gd name="connsiteY1-76" fmla="*/ 35495 h 1877717"/>
              <a:gd name="connsiteX2-77" fmla="*/ 1026916 w 1877718"/>
              <a:gd name="connsiteY2-78" fmla="*/ 35520 h 1877717"/>
              <a:gd name="connsiteX3-79" fmla="*/ 1856694 w 1877718"/>
              <a:gd name="connsiteY3-80" fmla="*/ 865298 h 1877717"/>
              <a:gd name="connsiteX4-81" fmla="*/ 1856669 w 1877718"/>
              <a:gd name="connsiteY4-82" fmla="*/ 1026916 h 1877717"/>
              <a:gd name="connsiteX5-83" fmla="*/ 1026891 w 1877718"/>
              <a:gd name="connsiteY5-84" fmla="*/ 1856693 h 1877717"/>
              <a:gd name="connsiteX6-85" fmla="*/ 865274 w 1877718"/>
              <a:gd name="connsiteY6-86" fmla="*/ 1856668 h 1877717"/>
              <a:gd name="connsiteX7-87" fmla="*/ 35496 w 1877718"/>
              <a:gd name="connsiteY7-88" fmla="*/ 1026890 h 1877717"/>
              <a:gd name="connsiteX8-89" fmla="*/ 35521 w 1877718"/>
              <a:gd name="connsiteY8-90" fmla="*/ 865273 h 1877717"/>
              <a:gd name="connsiteX0-91" fmla="*/ 35521 w 1877729"/>
              <a:gd name="connsiteY0-92" fmla="*/ 865273 h 1877717"/>
              <a:gd name="connsiteX1-93" fmla="*/ 865299 w 1877729"/>
              <a:gd name="connsiteY1-94" fmla="*/ 35495 h 1877717"/>
              <a:gd name="connsiteX2-95" fmla="*/ 1026916 w 1877729"/>
              <a:gd name="connsiteY2-96" fmla="*/ 35520 h 1877717"/>
              <a:gd name="connsiteX3-97" fmla="*/ 1856694 w 1877729"/>
              <a:gd name="connsiteY3-98" fmla="*/ 865298 h 1877717"/>
              <a:gd name="connsiteX4-99" fmla="*/ 1856669 w 1877729"/>
              <a:gd name="connsiteY4-100" fmla="*/ 1026916 h 1877717"/>
              <a:gd name="connsiteX5-101" fmla="*/ 1026891 w 1877729"/>
              <a:gd name="connsiteY5-102" fmla="*/ 1856693 h 1877717"/>
              <a:gd name="connsiteX6-103" fmla="*/ 865274 w 1877729"/>
              <a:gd name="connsiteY6-104" fmla="*/ 1856668 h 1877717"/>
              <a:gd name="connsiteX7-105" fmla="*/ 35496 w 1877729"/>
              <a:gd name="connsiteY7-106" fmla="*/ 1026890 h 1877717"/>
              <a:gd name="connsiteX8-107" fmla="*/ 35521 w 1877729"/>
              <a:gd name="connsiteY8-108" fmla="*/ 865273 h 1877717"/>
              <a:gd name="connsiteX0-109" fmla="*/ 35521 w 1892189"/>
              <a:gd name="connsiteY0-110" fmla="*/ 865273 h 1877717"/>
              <a:gd name="connsiteX1-111" fmla="*/ 865299 w 1892189"/>
              <a:gd name="connsiteY1-112" fmla="*/ 35495 h 1877717"/>
              <a:gd name="connsiteX2-113" fmla="*/ 1026916 w 1892189"/>
              <a:gd name="connsiteY2-114" fmla="*/ 35520 h 1877717"/>
              <a:gd name="connsiteX3-115" fmla="*/ 1856694 w 1892189"/>
              <a:gd name="connsiteY3-116" fmla="*/ 865298 h 1877717"/>
              <a:gd name="connsiteX4-117" fmla="*/ 1856669 w 1892189"/>
              <a:gd name="connsiteY4-118" fmla="*/ 1026916 h 1877717"/>
              <a:gd name="connsiteX5-119" fmla="*/ 1026891 w 1892189"/>
              <a:gd name="connsiteY5-120" fmla="*/ 1856693 h 1877717"/>
              <a:gd name="connsiteX6-121" fmla="*/ 865274 w 1892189"/>
              <a:gd name="connsiteY6-122" fmla="*/ 1856668 h 1877717"/>
              <a:gd name="connsiteX7-123" fmla="*/ 35496 w 1892189"/>
              <a:gd name="connsiteY7-124" fmla="*/ 1026890 h 1877717"/>
              <a:gd name="connsiteX8-125" fmla="*/ 35521 w 1892189"/>
              <a:gd name="connsiteY8-126" fmla="*/ 865273 h 1877717"/>
              <a:gd name="connsiteX0-127" fmla="*/ 35521 w 1892189"/>
              <a:gd name="connsiteY0-128" fmla="*/ 865273 h 1877717"/>
              <a:gd name="connsiteX1-129" fmla="*/ 865299 w 1892189"/>
              <a:gd name="connsiteY1-130" fmla="*/ 35495 h 1877717"/>
              <a:gd name="connsiteX2-131" fmla="*/ 1026916 w 1892189"/>
              <a:gd name="connsiteY2-132" fmla="*/ 35520 h 1877717"/>
              <a:gd name="connsiteX3-133" fmla="*/ 1856694 w 1892189"/>
              <a:gd name="connsiteY3-134" fmla="*/ 865298 h 1877717"/>
              <a:gd name="connsiteX4-135" fmla="*/ 1856669 w 1892189"/>
              <a:gd name="connsiteY4-136" fmla="*/ 1026916 h 1877717"/>
              <a:gd name="connsiteX5-137" fmla="*/ 1026891 w 1892189"/>
              <a:gd name="connsiteY5-138" fmla="*/ 1856693 h 1877717"/>
              <a:gd name="connsiteX6-139" fmla="*/ 865274 w 1892189"/>
              <a:gd name="connsiteY6-140" fmla="*/ 1856668 h 1877717"/>
              <a:gd name="connsiteX7-141" fmla="*/ 35496 w 1892189"/>
              <a:gd name="connsiteY7-142" fmla="*/ 1026890 h 1877717"/>
              <a:gd name="connsiteX8-143" fmla="*/ 35521 w 1892189"/>
              <a:gd name="connsiteY8-144" fmla="*/ 865273 h 1877717"/>
              <a:gd name="connsiteX0-145" fmla="*/ 35521 w 1892189"/>
              <a:gd name="connsiteY0-146" fmla="*/ 865273 h 1877717"/>
              <a:gd name="connsiteX1-147" fmla="*/ 865299 w 1892189"/>
              <a:gd name="connsiteY1-148" fmla="*/ 35495 h 1877717"/>
              <a:gd name="connsiteX2-149" fmla="*/ 1026916 w 1892189"/>
              <a:gd name="connsiteY2-150" fmla="*/ 35520 h 1877717"/>
              <a:gd name="connsiteX3-151" fmla="*/ 1856694 w 1892189"/>
              <a:gd name="connsiteY3-152" fmla="*/ 865298 h 1877717"/>
              <a:gd name="connsiteX4-153" fmla="*/ 1856669 w 1892189"/>
              <a:gd name="connsiteY4-154" fmla="*/ 1026916 h 1877717"/>
              <a:gd name="connsiteX5-155" fmla="*/ 1026891 w 1892189"/>
              <a:gd name="connsiteY5-156" fmla="*/ 1856693 h 1877717"/>
              <a:gd name="connsiteX6-157" fmla="*/ 865274 w 1892189"/>
              <a:gd name="connsiteY6-158" fmla="*/ 1856668 h 1877717"/>
              <a:gd name="connsiteX7-159" fmla="*/ 35496 w 1892189"/>
              <a:gd name="connsiteY7-160" fmla="*/ 1026890 h 1877717"/>
              <a:gd name="connsiteX8-161" fmla="*/ 35521 w 1892189"/>
              <a:gd name="connsiteY8-162" fmla="*/ 865273 h 1877717"/>
              <a:gd name="connsiteX0-163" fmla="*/ 35521 w 1892189"/>
              <a:gd name="connsiteY0-164" fmla="*/ 865273 h 1877728"/>
              <a:gd name="connsiteX1-165" fmla="*/ 865299 w 1892189"/>
              <a:gd name="connsiteY1-166" fmla="*/ 35495 h 1877728"/>
              <a:gd name="connsiteX2-167" fmla="*/ 1026916 w 1892189"/>
              <a:gd name="connsiteY2-168" fmla="*/ 35520 h 1877728"/>
              <a:gd name="connsiteX3-169" fmla="*/ 1856694 w 1892189"/>
              <a:gd name="connsiteY3-170" fmla="*/ 865298 h 1877728"/>
              <a:gd name="connsiteX4-171" fmla="*/ 1856669 w 1892189"/>
              <a:gd name="connsiteY4-172" fmla="*/ 1026916 h 1877728"/>
              <a:gd name="connsiteX5-173" fmla="*/ 1026891 w 1892189"/>
              <a:gd name="connsiteY5-174" fmla="*/ 1856693 h 1877728"/>
              <a:gd name="connsiteX6-175" fmla="*/ 865274 w 1892189"/>
              <a:gd name="connsiteY6-176" fmla="*/ 1856668 h 1877728"/>
              <a:gd name="connsiteX7-177" fmla="*/ 35496 w 1892189"/>
              <a:gd name="connsiteY7-178" fmla="*/ 1026890 h 1877728"/>
              <a:gd name="connsiteX8-179" fmla="*/ 35521 w 1892189"/>
              <a:gd name="connsiteY8-180" fmla="*/ 865273 h 1877728"/>
              <a:gd name="connsiteX0-181" fmla="*/ 35521 w 1892189"/>
              <a:gd name="connsiteY0-182" fmla="*/ 865273 h 1892188"/>
              <a:gd name="connsiteX1-183" fmla="*/ 865299 w 1892189"/>
              <a:gd name="connsiteY1-184" fmla="*/ 35495 h 1892188"/>
              <a:gd name="connsiteX2-185" fmla="*/ 1026916 w 1892189"/>
              <a:gd name="connsiteY2-186" fmla="*/ 35520 h 1892188"/>
              <a:gd name="connsiteX3-187" fmla="*/ 1856694 w 1892189"/>
              <a:gd name="connsiteY3-188" fmla="*/ 865298 h 1892188"/>
              <a:gd name="connsiteX4-189" fmla="*/ 1856669 w 1892189"/>
              <a:gd name="connsiteY4-190" fmla="*/ 1026916 h 1892188"/>
              <a:gd name="connsiteX5-191" fmla="*/ 1026891 w 1892189"/>
              <a:gd name="connsiteY5-192" fmla="*/ 1856693 h 1892188"/>
              <a:gd name="connsiteX6-193" fmla="*/ 865274 w 1892189"/>
              <a:gd name="connsiteY6-194" fmla="*/ 1856668 h 1892188"/>
              <a:gd name="connsiteX7-195" fmla="*/ 35496 w 1892189"/>
              <a:gd name="connsiteY7-196" fmla="*/ 1026890 h 1892188"/>
              <a:gd name="connsiteX8-197" fmla="*/ 35521 w 1892189"/>
              <a:gd name="connsiteY8-198" fmla="*/ 865273 h 1892188"/>
              <a:gd name="connsiteX0-199" fmla="*/ 35521 w 1892189"/>
              <a:gd name="connsiteY0-200" fmla="*/ 865273 h 1892188"/>
              <a:gd name="connsiteX1-201" fmla="*/ 865299 w 1892189"/>
              <a:gd name="connsiteY1-202" fmla="*/ 35495 h 1892188"/>
              <a:gd name="connsiteX2-203" fmla="*/ 1026916 w 1892189"/>
              <a:gd name="connsiteY2-204" fmla="*/ 35520 h 1892188"/>
              <a:gd name="connsiteX3-205" fmla="*/ 1856694 w 1892189"/>
              <a:gd name="connsiteY3-206" fmla="*/ 865298 h 1892188"/>
              <a:gd name="connsiteX4-207" fmla="*/ 1856669 w 1892189"/>
              <a:gd name="connsiteY4-208" fmla="*/ 1026916 h 1892188"/>
              <a:gd name="connsiteX5-209" fmla="*/ 1026891 w 1892189"/>
              <a:gd name="connsiteY5-210" fmla="*/ 1856693 h 1892188"/>
              <a:gd name="connsiteX6-211" fmla="*/ 865274 w 1892189"/>
              <a:gd name="connsiteY6-212" fmla="*/ 1856668 h 1892188"/>
              <a:gd name="connsiteX7-213" fmla="*/ 35496 w 1892189"/>
              <a:gd name="connsiteY7-214" fmla="*/ 1026890 h 1892188"/>
              <a:gd name="connsiteX8-215" fmla="*/ 35521 w 1892189"/>
              <a:gd name="connsiteY8-216" fmla="*/ 865273 h 1892188"/>
              <a:gd name="connsiteX0-217" fmla="*/ 35521 w 1892189"/>
              <a:gd name="connsiteY0-218" fmla="*/ 865273 h 1892188"/>
              <a:gd name="connsiteX1-219" fmla="*/ 865299 w 1892189"/>
              <a:gd name="connsiteY1-220" fmla="*/ 35495 h 1892188"/>
              <a:gd name="connsiteX2-221" fmla="*/ 1026916 w 1892189"/>
              <a:gd name="connsiteY2-222" fmla="*/ 35520 h 1892188"/>
              <a:gd name="connsiteX3-223" fmla="*/ 1856694 w 1892189"/>
              <a:gd name="connsiteY3-224" fmla="*/ 865298 h 1892188"/>
              <a:gd name="connsiteX4-225" fmla="*/ 1856669 w 1892189"/>
              <a:gd name="connsiteY4-226" fmla="*/ 1026916 h 1892188"/>
              <a:gd name="connsiteX5-227" fmla="*/ 1026891 w 1892189"/>
              <a:gd name="connsiteY5-228" fmla="*/ 1856693 h 1892188"/>
              <a:gd name="connsiteX6-229" fmla="*/ 865274 w 1892189"/>
              <a:gd name="connsiteY6-230" fmla="*/ 1856668 h 1892188"/>
              <a:gd name="connsiteX7-231" fmla="*/ 35496 w 1892189"/>
              <a:gd name="connsiteY7-232" fmla="*/ 1026890 h 1892188"/>
              <a:gd name="connsiteX8-233" fmla="*/ 35521 w 1892189"/>
              <a:gd name="connsiteY8-234" fmla="*/ 865273 h 1892188"/>
              <a:gd name="connsiteX0-235" fmla="*/ 35521 w 1892189"/>
              <a:gd name="connsiteY0-236" fmla="*/ 865273 h 1892188"/>
              <a:gd name="connsiteX1-237" fmla="*/ 865299 w 1892189"/>
              <a:gd name="connsiteY1-238" fmla="*/ 35495 h 1892188"/>
              <a:gd name="connsiteX2-239" fmla="*/ 1026916 w 1892189"/>
              <a:gd name="connsiteY2-240" fmla="*/ 35520 h 1892188"/>
              <a:gd name="connsiteX3-241" fmla="*/ 1856694 w 1892189"/>
              <a:gd name="connsiteY3-242" fmla="*/ 865298 h 1892188"/>
              <a:gd name="connsiteX4-243" fmla="*/ 1856669 w 1892189"/>
              <a:gd name="connsiteY4-244" fmla="*/ 1026916 h 1892188"/>
              <a:gd name="connsiteX5-245" fmla="*/ 1026891 w 1892189"/>
              <a:gd name="connsiteY5-246" fmla="*/ 1856693 h 1892188"/>
              <a:gd name="connsiteX6-247" fmla="*/ 865274 w 1892189"/>
              <a:gd name="connsiteY6-248" fmla="*/ 1856668 h 1892188"/>
              <a:gd name="connsiteX7-249" fmla="*/ 35496 w 1892189"/>
              <a:gd name="connsiteY7-250" fmla="*/ 1026890 h 1892188"/>
              <a:gd name="connsiteX8-251" fmla="*/ 35521 w 1892189"/>
              <a:gd name="connsiteY8-252" fmla="*/ 865273 h 189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892189" h="1892188">
                <a:moveTo>
                  <a:pt x="35521" y="865273"/>
                </a:moveTo>
                <a:cubicBezTo>
                  <a:pt x="35521" y="865273"/>
                  <a:pt x="865299" y="35495"/>
                  <a:pt x="865299" y="35495"/>
                </a:cubicBezTo>
                <a:cubicBezTo>
                  <a:pt x="912643" y="-11849"/>
                  <a:pt x="979572" y="-11824"/>
                  <a:pt x="1026916" y="35520"/>
                </a:cubicBezTo>
                <a:cubicBezTo>
                  <a:pt x="1026916" y="35520"/>
                  <a:pt x="1856694" y="865298"/>
                  <a:pt x="1856694" y="865298"/>
                </a:cubicBezTo>
                <a:cubicBezTo>
                  <a:pt x="1904038" y="912642"/>
                  <a:pt x="1904013" y="979572"/>
                  <a:pt x="1856669" y="1026916"/>
                </a:cubicBezTo>
                <a:cubicBezTo>
                  <a:pt x="1856669" y="1026916"/>
                  <a:pt x="1026891" y="1856693"/>
                  <a:pt x="1026891" y="1856693"/>
                </a:cubicBezTo>
                <a:cubicBezTo>
                  <a:pt x="979547" y="1904037"/>
                  <a:pt x="912618" y="1904011"/>
                  <a:pt x="865274" y="1856668"/>
                </a:cubicBezTo>
                <a:cubicBezTo>
                  <a:pt x="865274" y="1856667"/>
                  <a:pt x="35496" y="1026889"/>
                  <a:pt x="35496" y="1026890"/>
                </a:cubicBezTo>
                <a:cubicBezTo>
                  <a:pt x="-11848" y="979545"/>
                  <a:pt x="-11823" y="912617"/>
                  <a:pt x="35521" y="865273"/>
                </a:cubicBezTo>
                <a:close/>
              </a:path>
            </a:pathLst>
          </a:cu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: 形状 1397"/>
          <p:cNvSpPr/>
          <p:nvPr>
            <p:custDataLst>
              <p:tags r:id="rId4"/>
            </p:custDataLst>
          </p:nvPr>
        </p:nvSpPr>
        <p:spPr>
          <a:xfrm>
            <a:off x="1092835" y="5670550"/>
            <a:ext cx="395605" cy="395605"/>
          </a:xfrm>
          <a:custGeom>
            <a:avLst/>
            <a:gdLst>
              <a:gd name="connsiteX0" fmla="*/ 35521 w 1877718"/>
              <a:gd name="connsiteY0" fmla="*/ 850803 h 1863247"/>
              <a:gd name="connsiteX1" fmla="*/ 865299 w 1877718"/>
              <a:gd name="connsiteY1" fmla="*/ 21025 h 1863247"/>
              <a:gd name="connsiteX2" fmla="*/ 1026916 w 1877718"/>
              <a:gd name="connsiteY2" fmla="*/ 21050 h 1863247"/>
              <a:gd name="connsiteX3" fmla="*/ 1856694 w 1877718"/>
              <a:gd name="connsiteY3" fmla="*/ 850828 h 1863247"/>
              <a:gd name="connsiteX4" fmla="*/ 1856669 w 1877718"/>
              <a:gd name="connsiteY4" fmla="*/ 1012446 h 1863247"/>
              <a:gd name="connsiteX5" fmla="*/ 1026891 w 1877718"/>
              <a:gd name="connsiteY5" fmla="*/ 1842223 h 1863247"/>
              <a:gd name="connsiteX6" fmla="*/ 865274 w 1877718"/>
              <a:gd name="connsiteY6" fmla="*/ 1842198 h 1863247"/>
              <a:gd name="connsiteX7" fmla="*/ 35496 w 1877718"/>
              <a:gd name="connsiteY7" fmla="*/ 1012420 h 1863247"/>
              <a:gd name="connsiteX8" fmla="*/ 35521 w 1877718"/>
              <a:gd name="connsiteY8" fmla="*/ 850803 h 1863247"/>
              <a:gd name="connsiteX0-1" fmla="*/ 35521 w 1877718"/>
              <a:gd name="connsiteY0-2" fmla="*/ 850803 h 1863247"/>
              <a:gd name="connsiteX1-3" fmla="*/ 865299 w 1877718"/>
              <a:gd name="connsiteY1-4" fmla="*/ 21025 h 1863247"/>
              <a:gd name="connsiteX2-5" fmla="*/ 1026916 w 1877718"/>
              <a:gd name="connsiteY2-6" fmla="*/ 21050 h 1863247"/>
              <a:gd name="connsiteX3-7" fmla="*/ 1856694 w 1877718"/>
              <a:gd name="connsiteY3-8" fmla="*/ 850828 h 1863247"/>
              <a:gd name="connsiteX4-9" fmla="*/ 1856669 w 1877718"/>
              <a:gd name="connsiteY4-10" fmla="*/ 1012446 h 1863247"/>
              <a:gd name="connsiteX5-11" fmla="*/ 1026891 w 1877718"/>
              <a:gd name="connsiteY5-12" fmla="*/ 1842223 h 1863247"/>
              <a:gd name="connsiteX6-13" fmla="*/ 865274 w 1877718"/>
              <a:gd name="connsiteY6-14" fmla="*/ 1842198 h 1863247"/>
              <a:gd name="connsiteX7-15" fmla="*/ 35496 w 1877718"/>
              <a:gd name="connsiteY7-16" fmla="*/ 1012420 h 1863247"/>
              <a:gd name="connsiteX8-17" fmla="*/ 35521 w 1877718"/>
              <a:gd name="connsiteY8-18" fmla="*/ 850803 h 1863247"/>
              <a:gd name="connsiteX0-19" fmla="*/ 35521 w 1877718"/>
              <a:gd name="connsiteY0-20" fmla="*/ 850813 h 1863257"/>
              <a:gd name="connsiteX1-21" fmla="*/ 865299 w 1877718"/>
              <a:gd name="connsiteY1-22" fmla="*/ 21035 h 1863257"/>
              <a:gd name="connsiteX2-23" fmla="*/ 1026916 w 1877718"/>
              <a:gd name="connsiteY2-24" fmla="*/ 21060 h 1863257"/>
              <a:gd name="connsiteX3-25" fmla="*/ 1856694 w 1877718"/>
              <a:gd name="connsiteY3-26" fmla="*/ 850838 h 1863257"/>
              <a:gd name="connsiteX4-27" fmla="*/ 1856669 w 1877718"/>
              <a:gd name="connsiteY4-28" fmla="*/ 1012456 h 1863257"/>
              <a:gd name="connsiteX5-29" fmla="*/ 1026891 w 1877718"/>
              <a:gd name="connsiteY5-30" fmla="*/ 1842233 h 1863257"/>
              <a:gd name="connsiteX6-31" fmla="*/ 865274 w 1877718"/>
              <a:gd name="connsiteY6-32" fmla="*/ 1842208 h 1863257"/>
              <a:gd name="connsiteX7-33" fmla="*/ 35496 w 1877718"/>
              <a:gd name="connsiteY7-34" fmla="*/ 1012430 h 1863257"/>
              <a:gd name="connsiteX8-35" fmla="*/ 35521 w 1877718"/>
              <a:gd name="connsiteY8-36" fmla="*/ 850813 h 1863257"/>
              <a:gd name="connsiteX0-37" fmla="*/ 35521 w 1877718"/>
              <a:gd name="connsiteY0-38" fmla="*/ 865273 h 1877717"/>
              <a:gd name="connsiteX1-39" fmla="*/ 865299 w 1877718"/>
              <a:gd name="connsiteY1-40" fmla="*/ 35495 h 1877717"/>
              <a:gd name="connsiteX2-41" fmla="*/ 1026916 w 1877718"/>
              <a:gd name="connsiteY2-42" fmla="*/ 35520 h 1877717"/>
              <a:gd name="connsiteX3-43" fmla="*/ 1856694 w 1877718"/>
              <a:gd name="connsiteY3-44" fmla="*/ 865298 h 1877717"/>
              <a:gd name="connsiteX4-45" fmla="*/ 1856669 w 1877718"/>
              <a:gd name="connsiteY4-46" fmla="*/ 1026916 h 1877717"/>
              <a:gd name="connsiteX5-47" fmla="*/ 1026891 w 1877718"/>
              <a:gd name="connsiteY5-48" fmla="*/ 1856693 h 1877717"/>
              <a:gd name="connsiteX6-49" fmla="*/ 865274 w 1877718"/>
              <a:gd name="connsiteY6-50" fmla="*/ 1856668 h 1877717"/>
              <a:gd name="connsiteX7-51" fmla="*/ 35496 w 1877718"/>
              <a:gd name="connsiteY7-52" fmla="*/ 1026890 h 1877717"/>
              <a:gd name="connsiteX8-53" fmla="*/ 35521 w 1877718"/>
              <a:gd name="connsiteY8-54" fmla="*/ 865273 h 1877717"/>
              <a:gd name="connsiteX0-55" fmla="*/ 35521 w 1877718"/>
              <a:gd name="connsiteY0-56" fmla="*/ 865273 h 1877717"/>
              <a:gd name="connsiteX1-57" fmla="*/ 865299 w 1877718"/>
              <a:gd name="connsiteY1-58" fmla="*/ 35495 h 1877717"/>
              <a:gd name="connsiteX2-59" fmla="*/ 1026916 w 1877718"/>
              <a:gd name="connsiteY2-60" fmla="*/ 35520 h 1877717"/>
              <a:gd name="connsiteX3-61" fmla="*/ 1856694 w 1877718"/>
              <a:gd name="connsiteY3-62" fmla="*/ 865298 h 1877717"/>
              <a:gd name="connsiteX4-63" fmla="*/ 1856669 w 1877718"/>
              <a:gd name="connsiteY4-64" fmla="*/ 1026916 h 1877717"/>
              <a:gd name="connsiteX5-65" fmla="*/ 1026891 w 1877718"/>
              <a:gd name="connsiteY5-66" fmla="*/ 1856693 h 1877717"/>
              <a:gd name="connsiteX6-67" fmla="*/ 865274 w 1877718"/>
              <a:gd name="connsiteY6-68" fmla="*/ 1856668 h 1877717"/>
              <a:gd name="connsiteX7-69" fmla="*/ 35496 w 1877718"/>
              <a:gd name="connsiteY7-70" fmla="*/ 1026890 h 1877717"/>
              <a:gd name="connsiteX8-71" fmla="*/ 35521 w 1877718"/>
              <a:gd name="connsiteY8-72" fmla="*/ 865273 h 1877717"/>
              <a:gd name="connsiteX0-73" fmla="*/ 35521 w 1877718"/>
              <a:gd name="connsiteY0-74" fmla="*/ 865273 h 1877717"/>
              <a:gd name="connsiteX1-75" fmla="*/ 865299 w 1877718"/>
              <a:gd name="connsiteY1-76" fmla="*/ 35495 h 1877717"/>
              <a:gd name="connsiteX2-77" fmla="*/ 1026916 w 1877718"/>
              <a:gd name="connsiteY2-78" fmla="*/ 35520 h 1877717"/>
              <a:gd name="connsiteX3-79" fmla="*/ 1856694 w 1877718"/>
              <a:gd name="connsiteY3-80" fmla="*/ 865298 h 1877717"/>
              <a:gd name="connsiteX4-81" fmla="*/ 1856669 w 1877718"/>
              <a:gd name="connsiteY4-82" fmla="*/ 1026916 h 1877717"/>
              <a:gd name="connsiteX5-83" fmla="*/ 1026891 w 1877718"/>
              <a:gd name="connsiteY5-84" fmla="*/ 1856693 h 1877717"/>
              <a:gd name="connsiteX6-85" fmla="*/ 865274 w 1877718"/>
              <a:gd name="connsiteY6-86" fmla="*/ 1856668 h 1877717"/>
              <a:gd name="connsiteX7-87" fmla="*/ 35496 w 1877718"/>
              <a:gd name="connsiteY7-88" fmla="*/ 1026890 h 1877717"/>
              <a:gd name="connsiteX8-89" fmla="*/ 35521 w 1877718"/>
              <a:gd name="connsiteY8-90" fmla="*/ 865273 h 1877717"/>
              <a:gd name="connsiteX0-91" fmla="*/ 35521 w 1877729"/>
              <a:gd name="connsiteY0-92" fmla="*/ 865273 h 1877717"/>
              <a:gd name="connsiteX1-93" fmla="*/ 865299 w 1877729"/>
              <a:gd name="connsiteY1-94" fmla="*/ 35495 h 1877717"/>
              <a:gd name="connsiteX2-95" fmla="*/ 1026916 w 1877729"/>
              <a:gd name="connsiteY2-96" fmla="*/ 35520 h 1877717"/>
              <a:gd name="connsiteX3-97" fmla="*/ 1856694 w 1877729"/>
              <a:gd name="connsiteY3-98" fmla="*/ 865298 h 1877717"/>
              <a:gd name="connsiteX4-99" fmla="*/ 1856669 w 1877729"/>
              <a:gd name="connsiteY4-100" fmla="*/ 1026916 h 1877717"/>
              <a:gd name="connsiteX5-101" fmla="*/ 1026891 w 1877729"/>
              <a:gd name="connsiteY5-102" fmla="*/ 1856693 h 1877717"/>
              <a:gd name="connsiteX6-103" fmla="*/ 865274 w 1877729"/>
              <a:gd name="connsiteY6-104" fmla="*/ 1856668 h 1877717"/>
              <a:gd name="connsiteX7-105" fmla="*/ 35496 w 1877729"/>
              <a:gd name="connsiteY7-106" fmla="*/ 1026890 h 1877717"/>
              <a:gd name="connsiteX8-107" fmla="*/ 35521 w 1877729"/>
              <a:gd name="connsiteY8-108" fmla="*/ 865273 h 1877717"/>
              <a:gd name="connsiteX0-109" fmla="*/ 35521 w 1892189"/>
              <a:gd name="connsiteY0-110" fmla="*/ 865273 h 1877717"/>
              <a:gd name="connsiteX1-111" fmla="*/ 865299 w 1892189"/>
              <a:gd name="connsiteY1-112" fmla="*/ 35495 h 1877717"/>
              <a:gd name="connsiteX2-113" fmla="*/ 1026916 w 1892189"/>
              <a:gd name="connsiteY2-114" fmla="*/ 35520 h 1877717"/>
              <a:gd name="connsiteX3-115" fmla="*/ 1856694 w 1892189"/>
              <a:gd name="connsiteY3-116" fmla="*/ 865298 h 1877717"/>
              <a:gd name="connsiteX4-117" fmla="*/ 1856669 w 1892189"/>
              <a:gd name="connsiteY4-118" fmla="*/ 1026916 h 1877717"/>
              <a:gd name="connsiteX5-119" fmla="*/ 1026891 w 1892189"/>
              <a:gd name="connsiteY5-120" fmla="*/ 1856693 h 1877717"/>
              <a:gd name="connsiteX6-121" fmla="*/ 865274 w 1892189"/>
              <a:gd name="connsiteY6-122" fmla="*/ 1856668 h 1877717"/>
              <a:gd name="connsiteX7-123" fmla="*/ 35496 w 1892189"/>
              <a:gd name="connsiteY7-124" fmla="*/ 1026890 h 1877717"/>
              <a:gd name="connsiteX8-125" fmla="*/ 35521 w 1892189"/>
              <a:gd name="connsiteY8-126" fmla="*/ 865273 h 1877717"/>
              <a:gd name="connsiteX0-127" fmla="*/ 35521 w 1892189"/>
              <a:gd name="connsiteY0-128" fmla="*/ 865273 h 1877717"/>
              <a:gd name="connsiteX1-129" fmla="*/ 865299 w 1892189"/>
              <a:gd name="connsiteY1-130" fmla="*/ 35495 h 1877717"/>
              <a:gd name="connsiteX2-131" fmla="*/ 1026916 w 1892189"/>
              <a:gd name="connsiteY2-132" fmla="*/ 35520 h 1877717"/>
              <a:gd name="connsiteX3-133" fmla="*/ 1856694 w 1892189"/>
              <a:gd name="connsiteY3-134" fmla="*/ 865298 h 1877717"/>
              <a:gd name="connsiteX4-135" fmla="*/ 1856669 w 1892189"/>
              <a:gd name="connsiteY4-136" fmla="*/ 1026916 h 1877717"/>
              <a:gd name="connsiteX5-137" fmla="*/ 1026891 w 1892189"/>
              <a:gd name="connsiteY5-138" fmla="*/ 1856693 h 1877717"/>
              <a:gd name="connsiteX6-139" fmla="*/ 865274 w 1892189"/>
              <a:gd name="connsiteY6-140" fmla="*/ 1856668 h 1877717"/>
              <a:gd name="connsiteX7-141" fmla="*/ 35496 w 1892189"/>
              <a:gd name="connsiteY7-142" fmla="*/ 1026890 h 1877717"/>
              <a:gd name="connsiteX8-143" fmla="*/ 35521 w 1892189"/>
              <a:gd name="connsiteY8-144" fmla="*/ 865273 h 1877717"/>
              <a:gd name="connsiteX0-145" fmla="*/ 35521 w 1892189"/>
              <a:gd name="connsiteY0-146" fmla="*/ 865273 h 1877717"/>
              <a:gd name="connsiteX1-147" fmla="*/ 865299 w 1892189"/>
              <a:gd name="connsiteY1-148" fmla="*/ 35495 h 1877717"/>
              <a:gd name="connsiteX2-149" fmla="*/ 1026916 w 1892189"/>
              <a:gd name="connsiteY2-150" fmla="*/ 35520 h 1877717"/>
              <a:gd name="connsiteX3-151" fmla="*/ 1856694 w 1892189"/>
              <a:gd name="connsiteY3-152" fmla="*/ 865298 h 1877717"/>
              <a:gd name="connsiteX4-153" fmla="*/ 1856669 w 1892189"/>
              <a:gd name="connsiteY4-154" fmla="*/ 1026916 h 1877717"/>
              <a:gd name="connsiteX5-155" fmla="*/ 1026891 w 1892189"/>
              <a:gd name="connsiteY5-156" fmla="*/ 1856693 h 1877717"/>
              <a:gd name="connsiteX6-157" fmla="*/ 865274 w 1892189"/>
              <a:gd name="connsiteY6-158" fmla="*/ 1856668 h 1877717"/>
              <a:gd name="connsiteX7-159" fmla="*/ 35496 w 1892189"/>
              <a:gd name="connsiteY7-160" fmla="*/ 1026890 h 1877717"/>
              <a:gd name="connsiteX8-161" fmla="*/ 35521 w 1892189"/>
              <a:gd name="connsiteY8-162" fmla="*/ 865273 h 1877717"/>
              <a:gd name="connsiteX0-163" fmla="*/ 35521 w 1892189"/>
              <a:gd name="connsiteY0-164" fmla="*/ 865273 h 1877728"/>
              <a:gd name="connsiteX1-165" fmla="*/ 865299 w 1892189"/>
              <a:gd name="connsiteY1-166" fmla="*/ 35495 h 1877728"/>
              <a:gd name="connsiteX2-167" fmla="*/ 1026916 w 1892189"/>
              <a:gd name="connsiteY2-168" fmla="*/ 35520 h 1877728"/>
              <a:gd name="connsiteX3-169" fmla="*/ 1856694 w 1892189"/>
              <a:gd name="connsiteY3-170" fmla="*/ 865298 h 1877728"/>
              <a:gd name="connsiteX4-171" fmla="*/ 1856669 w 1892189"/>
              <a:gd name="connsiteY4-172" fmla="*/ 1026916 h 1877728"/>
              <a:gd name="connsiteX5-173" fmla="*/ 1026891 w 1892189"/>
              <a:gd name="connsiteY5-174" fmla="*/ 1856693 h 1877728"/>
              <a:gd name="connsiteX6-175" fmla="*/ 865274 w 1892189"/>
              <a:gd name="connsiteY6-176" fmla="*/ 1856668 h 1877728"/>
              <a:gd name="connsiteX7-177" fmla="*/ 35496 w 1892189"/>
              <a:gd name="connsiteY7-178" fmla="*/ 1026890 h 1877728"/>
              <a:gd name="connsiteX8-179" fmla="*/ 35521 w 1892189"/>
              <a:gd name="connsiteY8-180" fmla="*/ 865273 h 1877728"/>
              <a:gd name="connsiteX0-181" fmla="*/ 35521 w 1892189"/>
              <a:gd name="connsiteY0-182" fmla="*/ 865273 h 1892188"/>
              <a:gd name="connsiteX1-183" fmla="*/ 865299 w 1892189"/>
              <a:gd name="connsiteY1-184" fmla="*/ 35495 h 1892188"/>
              <a:gd name="connsiteX2-185" fmla="*/ 1026916 w 1892189"/>
              <a:gd name="connsiteY2-186" fmla="*/ 35520 h 1892188"/>
              <a:gd name="connsiteX3-187" fmla="*/ 1856694 w 1892189"/>
              <a:gd name="connsiteY3-188" fmla="*/ 865298 h 1892188"/>
              <a:gd name="connsiteX4-189" fmla="*/ 1856669 w 1892189"/>
              <a:gd name="connsiteY4-190" fmla="*/ 1026916 h 1892188"/>
              <a:gd name="connsiteX5-191" fmla="*/ 1026891 w 1892189"/>
              <a:gd name="connsiteY5-192" fmla="*/ 1856693 h 1892188"/>
              <a:gd name="connsiteX6-193" fmla="*/ 865274 w 1892189"/>
              <a:gd name="connsiteY6-194" fmla="*/ 1856668 h 1892188"/>
              <a:gd name="connsiteX7-195" fmla="*/ 35496 w 1892189"/>
              <a:gd name="connsiteY7-196" fmla="*/ 1026890 h 1892188"/>
              <a:gd name="connsiteX8-197" fmla="*/ 35521 w 1892189"/>
              <a:gd name="connsiteY8-198" fmla="*/ 865273 h 1892188"/>
              <a:gd name="connsiteX0-199" fmla="*/ 35521 w 1892189"/>
              <a:gd name="connsiteY0-200" fmla="*/ 865273 h 1892188"/>
              <a:gd name="connsiteX1-201" fmla="*/ 865299 w 1892189"/>
              <a:gd name="connsiteY1-202" fmla="*/ 35495 h 1892188"/>
              <a:gd name="connsiteX2-203" fmla="*/ 1026916 w 1892189"/>
              <a:gd name="connsiteY2-204" fmla="*/ 35520 h 1892188"/>
              <a:gd name="connsiteX3-205" fmla="*/ 1856694 w 1892189"/>
              <a:gd name="connsiteY3-206" fmla="*/ 865298 h 1892188"/>
              <a:gd name="connsiteX4-207" fmla="*/ 1856669 w 1892189"/>
              <a:gd name="connsiteY4-208" fmla="*/ 1026916 h 1892188"/>
              <a:gd name="connsiteX5-209" fmla="*/ 1026891 w 1892189"/>
              <a:gd name="connsiteY5-210" fmla="*/ 1856693 h 1892188"/>
              <a:gd name="connsiteX6-211" fmla="*/ 865274 w 1892189"/>
              <a:gd name="connsiteY6-212" fmla="*/ 1856668 h 1892188"/>
              <a:gd name="connsiteX7-213" fmla="*/ 35496 w 1892189"/>
              <a:gd name="connsiteY7-214" fmla="*/ 1026890 h 1892188"/>
              <a:gd name="connsiteX8-215" fmla="*/ 35521 w 1892189"/>
              <a:gd name="connsiteY8-216" fmla="*/ 865273 h 1892188"/>
              <a:gd name="connsiteX0-217" fmla="*/ 35521 w 1892189"/>
              <a:gd name="connsiteY0-218" fmla="*/ 865273 h 1892188"/>
              <a:gd name="connsiteX1-219" fmla="*/ 865299 w 1892189"/>
              <a:gd name="connsiteY1-220" fmla="*/ 35495 h 1892188"/>
              <a:gd name="connsiteX2-221" fmla="*/ 1026916 w 1892189"/>
              <a:gd name="connsiteY2-222" fmla="*/ 35520 h 1892188"/>
              <a:gd name="connsiteX3-223" fmla="*/ 1856694 w 1892189"/>
              <a:gd name="connsiteY3-224" fmla="*/ 865298 h 1892188"/>
              <a:gd name="connsiteX4-225" fmla="*/ 1856669 w 1892189"/>
              <a:gd name="connsiteY4-226" fmla="*/ 1026916 h 1892188"/>
              <a:gd name="connsiteX5-227" fmla="*/ 1026891 w 1892189"/>
              <a:gd name="connsiteY5-228" fmla="*/ 1856693 h 1892188"/>
              <a:gd name="connsiteX6-229" fmla="*/ 865274 w 1892189"/>
              <a:gd name="connsiteY6-230" fmla="*/ 1856668 h 1892188"/>
              <a:gd name="connsiteX7-231" fmla="*/ 35496 w 1892189"/>
              <a:gd name="connsiteY7-232" fmla="*/ 1026890 h 1892188"/>
              <a:gd name="connsiteX8-233" fmla="*/ 35521 w 1892189"/>
              <a:gd name="connsiteY8-234" fmla="*/ 865273 h 1892188"/>
              <a:gd name="connsiteX0-235" fmla="*/ 35521 w 1892189"/>
              <a:gd name="connsiteY0-236" fmla="*/ 865273 h 1892188"/>
              <a:gd name="connsiteX1-237" fmla="*/ 865299 w 1892189"/>
              <a:gd name="connsiteY1-238" fmla="*/ 35495 h 1892188"/>
              <a:gd name="connsiteX2-239" fmla="*/ 1026916 w 1892189"/>
              <a:gd name="connsiteY2-240" fmla="*/ 35520 h 1892188"/>
              <a:gd name="connsiteX3-241" fmla="*/ 1856694 w 1892189"/>
              <a:gd name="connsiteY3-242" fmla="*/ 865298 h 1892188"/>
              <a:gd name="connsiteX4-243" fmla="*/ 1856669 w 1892189"/>
              <a:gd name="connsiteY4-244" fmla="*/ 1026916 h 1892188"/>
              <a:gd name="connsiteX5-245" fmla="*/ 1026891 w 1892189"/>
              <a:gd name="connsiteY5-246" fmla="*/ 1856693 h 1892188"/>
              <a:gd name="connsiteX6-247" fmla="*/ 865274 w 1892189"/>
              <a:gd name="connsiteY6-248" fmla="*/ 1856668 h 1892188"/>
              <a:gd name="connsiteX7-249" fmla="*/ 35496 w 1892189"/>
              <a:gd name="connsiteY7-250" fmla="*/ 1026890 h 1892188"/>
              <a:gd name="connsiteX8-251" fmla="*/ 35521 w 1892189"/>
              <a:gd name="connsiteY8-252" fmla="*/ 865273 h 189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892189" h="1892188">
                <a:moveTo>
                  <a:pt x="35521" y="865273"/>
                </a:moveTo>
                <a:cubicBezTo>
                  <a:pt x="35521" y="865273"/>
                  <a:pt x="865299" y="35495"/>
                  <a:pt x="865299" y="35495"/>
                </a:cubicBezTo>
                <a:cubicBezTo>
                  <a:pt x="912643" y="-11849"/>
                  <a:pt x="979572" y="-11824"/>
                  <a:pt x="1026916" y="35520"/>
                </a:cubicBezTo>
                <a:cubicBezTo>
                  <a:pt x="1026916" y="35520"/>
                  <a:pt x="1856694" y="865298"/>
                  <a:pt x="1856694" y="865298"/>
                </a:cubicBezTo>
                <a:cubicBezTo>
                  <a:pt x="1904038" y="912642"/>
                  <a:pt x="1904013" y="979572"/>
                  <a:pt x="1856669" y="1026916"/>
                </a:cubicBezTo>
                <a:cubicBezTo>
                  <a:pt x="1856669" y="1026916"/>
                  <a:pt x="1026891" y="1856693"/>
                  <a:pt x="1026891" y="1856693"/>
                </a:cubicBezTo>
                <a:cubicBezTo>
                  <a:pt x="979547" y="1904037"/>
                  <a:pt x="912618" y="1904011"/>
                  <a:pt x="865274" y="1856668"/>
                </a:cubicBezTo>
                <a:cubicBezTo>
                  <a:pt x="865274" y="1856667"/>
                  <a:pt x="35496" y="1026889"/>
                  <a:pt x="35496" y="1026890"/>
                </a:cubicBezTo>
                <a:cubicBezTo>
                  <a:pt x="-11848" y="979545"/>
                  <a:pt x="-11823" y="912617"/>
                  <a:pt x="35521" y="865273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26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73" name="直接连接符 72"/>
          <p:cNvCxnSpPr/>
          <p:nvPr>
            <p:custDataLst>
              <p:tags r:id="rId5"/>
            </p:custDataLst>
          </p:nvPr>
        </p:nvCxnSpPr>
        <p:spPr>
          <a:xfrm>
            <a:off x="608965" y="1818640"/>
            <a:ext cx="3843655" cy="0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>
            <p:custDataLst>
              <p:tags r:id="rId6"/>
            </p:custDataLst>
          </p:nvPr>
        </p:nvCxnSpPr>
        <p:spPr>
          <a:xfrm>
            <a:off x="2518410" y="1924685"/>
            <a:ext cx="7999095" cy="6350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任意多边形: 形状 1397"/>
          <p:cNvSpPr/>
          <p:nvPr>
            <p:custDataLst>
              <p:tags r:id="rId7"/>
            </p:custDataLst>
          </p:nvPr>
        </p:nvSpPr>
        <p:spPr>
          <a:xfrm>
            <a:off x="10650855" y="1641475"/>
            <a:ext cx="631190" cy="631190"/>
          </a:xfrm>
          <a:custGeom>
            <a:avLst/>
            <a:gdLst>
              <a:gd name="connsiteX0" fmla="*/ 35521 w 1877718"/>
              <a:gd name="connsiteY0" fmla="*/ 850803 h 1863247"/>
              <a:gd name="connsiteX1" fmla="*/ 865299 w 1877718"/>
              <a:gd name="connsiteY1" fmla="*/ 21025 h 1863247"/>
              <a:gd name="connsiteX2" fmla="*/ 1026916 w 1877718"/>
              <a:gd name="connsiteY2" fmla="*/ 21050 h 1863247"/>
              <a:gd name="connsiteX3" fmla="*/ 1856694 w 1877718"/>
              <a:gd name="connsiteY3" fmla="*/ 850828 h 1863247"/>
              <a:gd name="connsiteX4" fmla="*/ 1856669 w 1877718"/>
              <a:gd name="connsiteY4" fmla="*/ 1012446 h 1863247"/>
              <a:gd name="connsiteX5" fmla="*/ 1026891 w 1877718"/>
              <a:gd name="connsiteY5" fmla="*/ 1842223 h 1863247"/>
              <a:gd name="connsiteX6" fmla="*/ 865274 w 1877718"/>
              <a:gd name="connsiteY6" fmla="*/ 1842198 h 1863247"/>
              <a:gd name="connsiteX7" fmla="*/ 35496 w 1877718"/>
              <a:gd name="connsiteY7" fmla="*/ 1012420 h 1863247"/>
              <a:gd name="connsiteX8" fmla="*/ 35521 w 1877718"/>
              <a:gd name="connsiteY8" fmla="*/ 850803 h 1863247"/>
              <a:gd name="connsiteX0-1" fmla="*/ 35521 w 1877718"/>
              <a:gd name="connsiteY0-2" fmla="*/ 850803 h 1863247"/>
              <a:gd name="connsiteX1-3" fmla="*/ 865299 w 1877718"/>
              <a:gd name="connsiteY1-4" fmla="*/ 21025 h 1863247"/>
              <a:gd name="connsiteX2-5" fmla="*/ 1026916 w 1877718"/>
              <a:gd name="connsiteY2-6" fmla="*/ 21050 h 1863247"/>
              <a:gd name="connsiteX3-7" fmla="*/ 1856694 w 1877718"/>
              <a:gd name="connsiteY3-8" fmla="*/ 850828 h 1863247"/>
              <a:gd name="connsiteX4-9" fmla="*/ 1856669 w 1877718"/>
              <a:gd name="connsiteY4-10" fmla="*/ 1012446 h 1863247"/>
              <a:gd name="connsiteX5-11" fmla="*/ 1026891 w 1877718"/>
              <a:gd name="connsiteY5-12" fmla="*/ 1842223 h 1863247"/>
              <a:gd name="connsiteX6-13" fmla="*/ 865274 w 1877718"/>
              <a:gd name="connsiteY6-14" fmla="*/ 1842198 h 1863247"/>
              <a:gd name="connsiteX7-15" fmla="*/ 35496 w 1877718"/>
              <a:gd name="connsiteY7-16" fmla="*/ 1012420 h 1863247"/>
              <a:gd name="connsiteX8-17" fmla="*/ 35521 w 1877718"/>
              <a:gd name="connsiteY8-18" fmla="*/ 850803 h 1863247"/>
              <a:gd name="connsiteX0-19" fmla="*/ 35521 w 1877718"/>
              <a:gd name="connsiteY0-20" fmla="*/ 850813 h 1863257"/>
              <a:gd name="connsiteX1-21" fmla="*/ 865299 w 1877718"/>
              <a:gd name="connsiteY1-22" fmla="*/ 21035 h 1863257"/>
              <a:gd name="connsiteX2-23" fmla="*/ 1026916 w 1877718"/>
              <a:gd name="connsiteY2-24" fmla="*/ 21060 h 1863257"/>
              <a:gd name="connsiteX3-25" fmla="*/ 1856694 w 1877718"/>
              <a:gd name="connsiteY3-26" fmla="*/ 850838 h 1863257"/>
              <a:gd name="connsiteX4-27" fmla="*/ 1856669 w 1877718"/>
              <a:gd name="connsiteY4-28" fmla="*/ 1012456 h 1863257"/>
              <a:gd name="connsiteX5-29" fmla="*/ 1026891 w 1877718"/>
              <a:gd name="connsiteY5-30" fmla="*/ 1842233 h 1863257"/>
              <a:gd name="connsiteX6-31" fmla="*/ 865274 w 1877718"/>
              <a:gd name="connsiteY6-32" fmla="*/ 1842208 h 1863257"/>
              <a:gd name="connsiteX7-33" fmla="*/ 35496 w 1877718"/>
              <a:gd name="connsiteY7-34" fmla="*/ 1012430 h 1863257"/>
              <a:gd name="connsiteX8-35" fmla="*/ 35521 w 1877718"/>
              <a:gd name="connsiteY8-36" fmla="*/ 850813 h 1863257"/>
              <a:gd name="connsiteX0-37" fmla="*/ 35521 w 1877718"/>
              <a:gd name="connsiteY0-38" fmla="*/ 865273 h 1877717"/>
              <a:gd name="connsiteX1-39" fmla="*/ 865299 w 1877718"/>
              <a:gd name="connsiteY1-40" fmla="*/ 35495 h 1877717"/>
              <a:gd name="connsiteX2-41" fmla="*/ 1026916 w 1877718"/>
              <a:gd name="connsiteY2-42" fmla="*/ 35520 h 1877717"/>
              <a:gd name="connsiteX3-43" fmla="*/ 1856694 w 1877718"/>
              <a:gd name="connsiteY3-44" fmla="*/ 865298 h 1877717"/>
              <a:gd name="connsiteX4-45" fmla="*/ 1856669 w 1877718"/>
              <a:gd name="connsiteY4-46" fmla="*/ 1026916 h 1877717"/>
              <a:gd name="connsiteX5-47" fmla="*/ 1026891 w 1877718"/>
              <a:gd name="connsiteY5-48" fmla="*/ 1856693 h 1877717"/>
              <a:gd name="connsiteX6-49" fmla="*/ 865274 w 1877718"/>
              <a:gd name="connsiteY6-50" fmla="*/ 1856668 h 1877717"/>
              <a:gd name="connsiteX7-51" fmla="*/ 35496 w 1877718"/>
              <a:gd name="connsiteY7-52" fmla="*/ 1026890 h 1877717"/>
              <a:gd name="connsiteX8-53" fmla="*/ 35521 w 1877718"/>
              <a:gd name="connsiteY8-54" fmla="*/ 865273 h 1877717"/>
              <a:gd name="connsiteX0-55" fmla="*/ 35521 w 1877718"/>
              <a:gd name="connsiteY0-56" fmla="*/ 865273 h 1877717"/>
              <a:gd name="connsiteX1-57" fmla="*/ 865299 w 1877718"/>
              <a:gd name="connsiteY1-58" fmla="*/ 35495 h 1877717"/>
              <a:gd name="connsiteX2-59" fmla="*/ 1026916 w 1877718"/>
              <a:gd name="connsiteY2-60" fmla="*/ 35520 h 1877717"/>
              <a:gd name="connsiteX3-61" fmla="*/ 1856694 w 1877718"/>
              <a:gd name="connsiteY3-62" fmla="*/ 865298 h 1877717"/>
              <a:gd name="connsiteX4-63" fmla="*/ 1856669 w 1877718"/>
              <a:gd name="connsiteY4-64" fmla="*/ 1026916 h 1877717"/>
              <a:gd name="connsiteX5-65" fmla="*/ 1026891 w 1877718"/>
              <a:gd name="connsiteY5-66" fmla="*/ 1856693 h 1877717"/>
              <a:gd name="connsiteX6-67" fmla="*/ 865274 w 1877718"/>
              <a:gd name="connsiteY6-68" fmla="*/ 1856668 h 1877717"/>
              <a:gd name="connsiteX7-69" fmla="*/ 35496 w 1877718"/>
              <a:gd name="connsiteY7-70" fmla="*/ 1026890 h 1877717"/>
              <a:gd name="connsiteX8-71" fmla="*/ 35521 w 1877718"/>
              <a:gd name="connsiteY8-72" fmla="*/ 865273 h 1877717"/>
              <a:gd name="connsiteX0-73" fmla="*/ 35521 w 1877718"/>
              <a:gd name="connsiteY0-74" fmla="*/ 865273 h 1877717"/>
              <a:gd name="connsiteX1-75" fmla="*/ 865299 w 1877718"/>
              <a:gd name="connsiteY1-76" fmla="*/ 35495 h 1877717"/>
              <a:gd name="connsiteX2-77" fmla="*/ 1026916 w 1877718"/>
              <a:gd name="connsiteY2-78" fmla="*/ 35520 h 1877717"/>
              <a:gd name="connsiteX3-79" fmla="*/ 1856694 w 1877718"/>
              <a:gd name="connsiteY3-80" fmla="*/ 865298 h 1877717"/>
              <a:gd name="connsiteX4-81" fmla="*/ 1856669 w 1877718"/>
              <a:gd name="connsiteY4-82" fmla="*/ 1026916 h 1877717"/>
              <a:gd name="connsiteX5-83" fmla="*/ 1026891 w 1877718"/>
              <a:gd name="connsiteY5-84" fmla="*/ 1856693 h 1877717"/>
              <a:gd name="connsiteX6-85" fmla="*/ 865274 w 1877718"/>
              <a:gd name="connsiteY6-86" fmla="*/ 1856668 h 1877717"/>
              <a:gd name="connsiteX7-87" fmla="*/ 35496 w 1877718"/>
              <a:gd name="connsiteY7-88" fmla="*/ 1026890 h 1877717"/>
              <a:gd name="connsiteX8-89" fmla="*/ 35521 w 1877718"/>
              <a:gd name="connsiteY8-90" fmla="*/ 865273 h 1877717"/>
              <a:gd name="connsiteX0-91" fmla="*/ 35521 w 1877729"/>
              <a:gd name="connsiteY0-92" fmla="*/ 865273 h 1877717"/>
              <a:gd name="connsiteX1-93" fmla="*/ 865299 w 1877729"/>
              <a:gd name="connsiteY1-94" fmla="*/ 35495 h 1877717"/>
              <a:gd name="connsiteX2-95" fmla="*/ 1026916 w 1877729"/>
              <a:gd name="connsiteY2-96" fmla="*/ 35520 h 1877717"/>
              <a:gd name="connsiteX3-97" fmla="*/ 1856694 w 1877729"/>
              <a:gd name="connsiteY3-98" fmla="*/ 865298 h 1877717"/>
              <a:gd name="connsiteX4-99" fmla="*/ 1856669 w 1877729"/>
              <a:gd name="connsiteY4-100" fmla="*/ 1026916 h 1877717"/>
              <a:gd name="connsiteX5-101" fmla="*/ 1026891 w 1877729"/>
              <a:gd name="connsiteY5-102" fmla="*/ 1856693 h 1877717"/>
              <a:gd name="connsiteX6-103" fmla="*/ 865274 w 1877729"/>
              <a:gd name="connsiteY6-104" fmla="*/ 1856668 h 1877717"/>
              <a:gd name="connsiteX7-105" fmla="*/ 35496 w 1877729"/>
              <a:gd name="connsiteY7-106" fmla="*/ 1026890 h 1877717"/>
              <a:gd name="connsiteX8-107" fmla="*/ 35521 w 1877729"/>
              <a:gd name="connsiteY8-108" fmla="*/ 865273 h 1877717"/>
              <a:gd name="connsiteX0-109" fmla="*/ 35521 w 1892189"/>
              <a:gd name="connsiteY0-110" fmla="*/ 865273 h 1877717"/>
              <a:gd name="connsiteX1-111" fmla="*/ 865299 w 1892189"/>
              <a:gd name="connsiteY1-112" fmla="*/ 35495 h 1877717"/>
              <a:gd name="connsiteX2-113" fmla="*/ 1026916 w 1892189"/>
              <a:gd name="connsiteY2-114" fmla="*/ 35520 h 1877717"/>
              <a:gd name="connsiteX3-115" fmla="*/ 1856694 w 1892189"/>
              <a:gd name="connsiteY3-116" fmla="*/ 865298 h 1877717"/>
              <a:gd name="connsiteX4-117" fmla="*/ 1856669 w 1892189"/>
              <a:gd name="connsiteY4-118" fmla="*/ 1026916 h 1877717"/>
              <a:gd name="connsiteX5-119" fmla="*/ 1026891 w 1892189"/>
              <a:gd name="connsiteY5-120" fmla="*/ 1856693 h 1877717"/>
              <a:gd name="connsiteX6-121" fmla="*/ 865274 w 1892189"/>
              <a:gd name="connsiteY6-122" fmla="*/ 1856668 h 1877717"/>
              <a:gd name="connsiteX7-123" fmla="*/ 35496 w 1892189"/>
              <a:gd name="connsiteY7-124" fmla="*/ 1026890 h 1877717"/>
              <a:gd name="connsiteX8-125" fmla="*/ 35521 w 1892189"/>
              <a:gd name="connsiteY8-126" fmla="*/ 865273 h 1877717"/>
              <a:gd name="connsiteX0-127" fmla="*/ 35521 w 1892189"/>
              <a:gd name="connsiteY0-128" fmla="*/ 865273 h 1877717"/>
              <a:gd name="connsiteX1-129" fmla="*/ 865299 w 1892189"/>
              <a:gd name="connsiteY1-130" fmla="*/ 35495 h 1877717"/>
              <a:gd name="connsiteX2-131" fmla="*/ 1026916 w 1892189"/>
              <a:gd name="connsiteY2-132" fmla="*/ 35520 h 1877717"/>
              <a:gd name="connsiteX3-133" fmla="*/ 1856694 w 1892189"/>
              <a:gd name="connsiteY3-134" fmla="*/ 865298 h 1877717"/>
              <a:gd name="connsiteX4-135" fmla="*/ 1856669 w 1892189"/>
              <a:gd name="connsiteY4-136" fmla="*/ 1026916 h 1877717"/>
              <a:gd name="connsiteX5-137" fmla="*/ 1026891 w 1892189"/>
              <a:gd name="connsiteY5-138" fmla="*/ 1856693 h 1877717"/>
              <a:gd name="connsiteX6-139" fmla="*/ 865274 w 1892189"/>
              <a:gd name="connsiteY6-140" fmla="*/ 1856668 h 1877717"/>
              <a:gd name="connsiteX7-141" fmla="*/ 35496 w 1892189"/>
              <a:gd name="connsiteY7-142" fmla="*/ 1026890 h 1877717"/>
              <a:gd name="connsiteX8-143" fmla="*/ 35521 w 1892189"/>
              <a:gd name="connsiteY8-144" fmla="*/ 865273 h 1877717"/>
              <a:gd name="connsiteX0-145" fmla="*/ 35521 w 1892189"/>
              <a:gd name="connsiteY0-146" fmla="*/ 865273 h 1877717"/>
              <a:gd name="connsiteX1-147" fmla="*/ 865299 w 1892189"/>
              <a:gd name="connsiteY1-148" fmla="*/ 35495 h 1877717"/>
              <a:gd name="connsiteX2-149" fmla="*/ 1026916 w 1892189"/>
              <a:gd name="connsiteY2-150" fmla="*/ 35520 h 1877717"/>
              <a:gd name="connsiteX3-151" fmla="*/ 1856694 w 1892189"/>
              <a:gd name="connsiteY3-152" fmla="*/ 865298 h 1877717"/>
              <a:gd name="connsiteX4-153" fmla="*/ 1856669 w 1892189"/>
              <a:gd name="connsiteY4-154" fmla="*/ 1026916 h 1877717"/>
              <a:gd name="connsiteX5-155" fmla="*/ 1026891 w 1892189"/>
              <a:gd name="connsiteY5-156" fmla="*/ 1856693 h 1877717"/>
              <a:gd name="connsiteX6-157" fmla="*/ 865274 w 1892189"/>
              <a:gd name="connsiteY6-158" fmla="*/ 1856668 h 1877717"/>
              <a:gd name="connsiteX7-159" fmla="*/ 35496 w 1892189"/>
              <a:gd name="connsiteY7-160" fmla="*/ 1026890 h 1877717"/>
              <a:gd name="connsiteX8-161" fmla="*/ 35521 w 1892189"/>
              <a:gd name="connsiteY8-162" fmla="*/ 865273 h 1877717"/>
              <a:gd name="connsiteX0-163" fmla="*/ 35521 w 1892189"/>
              <a:gd name="connsiteY0-164" fmla="*/ 865273 h 1877728"/>
              <a:gd name="connsiteX1-165" fmla="*/ 865299 w 1892189"/>
              <a:gd name="connsiteY1-166" fmla="*/ 35495 h 1877728"/>
              <a:gd name="connsiteX2-167" fmla="*/ 1026916 w 1892189"/>
              <a:gd name="connsiteY2-168" fmla="*/ 35520 h 1877728"/>
              <a:gd name="connsiteX3-169" fmla="*/ 1856694 w 1892189"/>
              <a:gd name="connsiteY3-170" fmla="*/ 865298 h 1877728"/>
              <a:gd name="connsiteX4-171" fmla="*/ 1856669 w 1892189"/>
              <a:gd name="connsiteY4-172" fmla="*/ 1026916 h 1877728"/>
              <a:gd name="connsiteX5-173" fmla="*/ 1026891 w 1892189"/>
              <a:gd name="connsiteY5-174" fmla="*/ 1856693 h 1877728"/>
              <a:gd name="connsiteX6-175" fmla="*/ 865274 w 1892189"/>
              <a:gd name="connsiteY6-176" fmla="*/ 1856668 h 1877728"/>
              <a:gd name="connsiteX7-177" fmla="*/ 35496 w 1892189"/>
              <a:gd name="connsiteY7-178" fmla="*/ 1026890 h 1877728"/>
              <a:gd name="connsiteX8-179" fmla="*/ 35521 w 1892189"/>
              <a:gd name="connsiteY8-180" fmla="*/ 865273 h 1877728"/>
              <a:gd name="connsiteX0-181" fmla="*/ 35521 w 1892189"/>
              <a:gd name="connsiteY0-182" fmla="*/ 865273 h 1892188"/>
              <a:gd name="connsiteX1-183" fmla="*/ 865299 w 1892189"/>
              <a:gd name="connsiteY1-184" fmla="*/ 35495 h 1892188"/>
              <a:gd name="connsiteX2-185" fmla="*/ 1026916 w 1892189"/>
              <a:gd name="connsiteY2-186" fmla="*/ 35520 h 1892188"/>
              <a:gd name="connsiteX3-187" fmla="*/ 1856694 w 1892189"/>
              <a:gd name="connsiteY3-188" fmla="*/ 865298 h 1892188"/>
              <a:gd name="connsiteX4-189" fmla="*/ 1856669 w 1892189"/>
              <a:gd name="connsiteY4-190" fmla="*/ 1026916 h 1892188"/>
              <a:gd name="connsiteX5-191" fmla="*/ 1026891 w 1892189"/>
              <a:gd name="connsiteY5-192" fmla="*/ 1856693 h 1892188"/>
              <a:gd name="connsiteX6-193" fmla="*/ 865274 w 1892189"/>
              <a:gd name="connsiteY6-194" fmla="*/ 1856668 h 1892188"/>
              <a:gd name="connsiteX7-195" fmla="*/ 35496 w 1892189"/>
              <a:gd name="connsiteY7-196" fmla="*/ 1026890 h 1892188"/>
              <a:gd name="connsiteX8-197" fmla="*/ 35521 w 1892189"/>
              <a:gd name="connsiteY8-198" fmla="*/ 865273 h 1892188"/>
              <a:gd name="connsiteX0-199" fmla="*/ 35521 w 1892189"/>
              <a:gd name="connsiteY0-200" fmla="*/ 865273 h 1892188"/>
              <a:gd name="connsiteX1-201" fmla="*/ 865299 w 1892189"/>
              <a:gd name="connsiteY1-202" fmla="*/ 35495 h 1892188"/>
              <a:gd name="connsiteX2-203" fmla="*/ 1026916 w 1892189"/>
              <a:gd name="connsiteY2-204" fmla="*/ 35520 h 1892188"/>
              <a:gd name="connsiteX3-205" fmla="*/ 1856694 w 1892189"/>
              <a:gd name="connsiteY3-206" fmla="*/ 865298 h 1892188"/>
              <a:gd name="connsiteX4-207" fmla="*/ 1856669 w 1892189"/>
              <a:gd name="connsiteY4-208" fmla="*/ 1026916 h 1892188"/>
              <a:gd name="connsiteX5-209" fmla="*/ 1026891 w 1892189"/>
              <a:gd name="connsiteY5-210" fmla="*/ 1856693 h 1892188"/>
              <a:gd name="connsiteX6-211" fmla="*/ 865274 w 1892189"/>
              <a:gd name="connsiteY6-212" fmla="*/ 1856668 h 1892188"/>
              <a:gd name="connsiteX7-213" fmla="*/ 35496 w 1892189"/>
              <a:gd name="connsiteY7-214" fmla="*/ 1026890 h 1892188"/>
              <a:gd name="connsiteX8-215" fmla="*/ 35521 w 1892189"/>
              <a:gd name="connsiteY8-216" fmla="*/ 865273 h 1892188"/>
              <a:gd name="connsiteX0-217" fmla="*/ 35521 w 1892189"/>
              <a:gd name="connsiteY0-218" fmla="*/ 865273 h 1892188"/>
              <a:gd name="connsiteX1-219" fmla="*/ 865299 w 1892189"/>
              <a:gd name="connsiteY1-220" fmla="*/ 35495 h 1892188"/>
              <a:gd name="connsiteX2-221" fmla="*/ 1026916 w 1892189"/>
              <a:gd name="connsiteY2-222" fmla="*/ 35520 h 1892188"/>
              <a:gd name="connsiteX3-223" fmla="*/ 1856694 w 1892189"/>
              <a:gd name="connsiteY3-224" fmla="*/ 865298 h 1892188"/>
              <a:gd name="connsiteX4-225" fmla="*/ 1856669 w 1892189"/>
              <a:gd name="connsiteY4-226" fmla="*/ 1026916 h 1892188"/>
              <a:gd name="connsiteX5-227" fmla="*/ 1026891 w 1892189"/>
              <a:gd name="connsiteY5-228" fmla="*/ 1856693 h 1892188"/>
              <a:gd name="connsiteX6-229" fmla="*/ 865274 w 1892189"/>
              <a:gd name="connsiteY6-230" fmla="*/ 1856668 h 1892188"/>
              <a:gd name="connsiteX7-231" fmla="*/ 35496 w 1892189"/>
              <a:gd name="connsiteY7-232" fmla="*/ 1026890 h 1892188"/>
              <a:gd name="connsiteX8-233" fmla="*/ 35521 w 1892189"/>
              <a:gd name="connsiteY8-234" fmla="*/ 865273 h 1892188"/>
              <a:gd name="connsiteX0-235" fmla="*/ 35521 w 1892189"/>
              <a:gd name="connsiteY0-236" fmla="*/ 865273 h 1892188"/>
              <a:gd name="connsiteX1-237" fmla="*/ 865299 w 1892189"/>
              <a:gd name="connsiteY1-238" fmla="*/ 35495 h 1892188"/>
              <a:gd name="connsiteX2-239" fmla="*/ 1026916 w 1892189"/>
              <a:gd name="connsiteY2-240" fmla="*/ 35520 h 1892188"/>
              <a:gd name="connsiteX3-241" fmla="*/ 1856694 w 1892189"/>
              <a:gd name="connsiteY3-242" fmla="*/ 865298 h 1892188"/>
              <a:gd name="connsiteX4-243" fmla="*/ 1856669 w 1892189"/>
              <a:gd name="connsiteY4-244" fmla="*/ 1026916 h 1892188"/>
              <a:gd name="connsiteX5-245" fmla="*/ 1026891 w 1892189"/>
              <a:gd name="connsiteY5-246" fmla="*/ 1856693 h 1892188"/>
              <a:gd name="connsiteX6-247" fmla="*/ 865274 w 1892189"/>
              <a:gd name="connsiteY6-248" fmla="*/ 1856668 h 1892188"/>
              <a:gd name="connsiteX7-249" fmla="*/ 35496 w 1892189"/>
              <a:gd name="connsiteY7-250" fmla="*/ 1026890 h 1892188"/>
              <a:gd name="connsiteX8-251" fmla="*/ 35521 w 1892189"/>
              <a:gd name="connsiteY8-252" fmla="*/ 865273 h 189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892189" h="1892188">
                <a:moveTo>
                  <a:pt x="35521" y="865273"/>
                </a:moveTo>
                <a:cubicBezTo>
                  <a:pt x="35521" y="865273"/>
                  <a:pt x="865299" y="35495"/>
                  <a:pt x="865299" y="35495"/>
                </a:cubicBezTo>
                <a:cubicBezTo>
                  <a:pt x="912643" y="-11849"/>
                  <a:pt x="979572" y="-11824"/>
                  <a:pt x="1026916" y="35520"/>
                </a:cubicBezTo>
                <a:cubicBezTo>
                  <a:pt x="1026916" y="35520"/>
                  <a:pt x="1856694" y="865298"/>
                  <a:pt x="1856694" y="865298"/>
                </a:cubicBezTo>
                <a:cubicBezTo>
                  <a:pt x="1904038" y="912642"/>
                  <a:pt x="1904013" y="979572"/>
                  <a:pt x="1856669" y="1026916"/>
                </a:cubicBezTo>
                <a:cubicBezTo>
                  <a:pt x="1856669" y="1026916"/>
                  <a:pt x="1026891" y="1856693"/>
                  <a:pt x="1026891" y="1856693"/>
                </a:cubicBezTo>
                <a:cubicBezTo>
                  <a:pt x="979547" y="1904037"/>
                  <a:pt x="912618" y="1904011"/>
                  <a:pt x="865274" y="1856668"/>
                </a:cubicBezTo>
                <a:cubicBezTo>
                  <a:pt x="865274" y="1856667"/>
                  <a:pt x="35496" y="1026889"/>
                  <a:pt x="35496" y="1026890"/>
                </a:cubicBezTo>
                <a:cubicBezTo>
                  <a:pt x="-11848" y="979545"/>
                  <a:pt x="-11823" y="912617"/>
                  <a:pt x="35521" y="865273"/>
                </a:cubicBezTo>
                <a:close/>
              </a:path>
            </a:pathLst>
          </a:cu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任意多边形: 形状 1397"/>
          <p:cNvSpPr/>
          <p:nvPr>
            <p:custDataLst>
              <p:tags r:id="rId8"/>
            </p:custDataLst>
          </p:nvPr>
        </p:nvSpPr>
        <p:spPr>
          <a:xfrm>
            <a:off x="11108055" y="1759585"/>
            <a:ext cx="395605" cy="395605"/>
          </a:xfrm>
          <a:custGeom>
            <a:avLst/>
            <a:gdLst>
              <a:gd name="connsiteX0" fmla="*/ 35521 w 1877718"/>
              <a:gd name="connsiteY0" fmla="*/ 850803 h 1863247"/>
              <a:gd name="connsiteX1" fmla="*/ 865299 w 1877718"/>
              <a:gd name="connsiteY1" fmla="*/ 21025 h 1863247"/>
              <a:gd name="connsiteX2" fmla="*/ 1026916 w 1877718"/>
              <a:gd name="connsiteY2" fmla="*/ 21050 h 1863247"/>
              <a:gd name="connsiteX3" fmla="*/ 1856694 w 1877718"/>
              <a:gd name="connsiteY3" fmla="*/ 850828 h 1863247"/>
              <a:gd name="connsiteX4" fmla="*/ 1856669 w 1877718"/>
              <a:gd name="connsiteY4" fmla="*/ 1012446 h 1863247"/>
              <a:gd name="connsiteX5" fmla="*/ 1026891 w 1877718"/>
              <a:gd name="connsiteY5" fmla="*/ 1842223 h 1863247"/>
              <a:gd name="connsiteX6" fmla="*/ 865274 w 1877718"/>
              <a:gd name="connsiteY6" fmla="*/ 1842198 h 1863247"/>
              <a:gd name="connsiteX7" fmla="*/ 35496 w 1877718"/>
              <a:gd name="connsiteY7" fmla="*/ 1012420 h 1863247"/>
              <a:gd name="connsiteX8" fmla="*/ 35521 w 1877718"/>
              <a:gd name="connsiteY8" fmla="*/ 850803 h 1863247"/>
              <a:gd name="connsiteX0-1" fmla="*/ 35521 w 1877718"/>
              <a:gd name="connsiteY0-2" fmla="*/ 850803 h 1863247"/>
              <a:gd name="connsiteX1-3" fmla="*/ 865299 w 1877718"/>
              <a:gd name="connsiteY1-4" fmla="*/ 21025 h 1863247"/>
              <a:gd name="connsiteX2-5" fmla="*/ 1026916 w 1877718"/>
              <a:gd name="connsiteY2-6" fmla="*/ 21050 h 1863247"/>
              <a:gd name="connsiteX3-7" fmla="*/ 1856694 w 1877718"/>
              <a:gd name="connsiteY3-8" fmla="*/ 850828 h 1863247"/>
              <a:gd name="connsiteX4-9" fmla="*/ 1856669 w 1877718"/>
              <a:gd name="connsiteY4-10" fmla="*/ 1012446 h 1863247"/>
              <a:gd name="connsiteX5-11" fmla="*/ 1026891 w 1877718"/>
              <a:gd name="connsiteY5-12" fmla="*/ 1842223 h 1863247"/>
              <a:gd name="connsiteX6-13" fmla="*/ 865274 w 1877718"/>
              <a:gd name="connsiteY6-14" fmla="*/ 1842198 h 1863247"/>
              <a:gd name="connsiteX7-15" fmla="*/ 35496 w 1877718"/>
              <a:gd name="connsiteY7-16" fmla="*/ 1012420 h 1863247"/>
              <a:gd name="connsiteX8-17" fmla="*/ 35521 w 1877718"/>
              <a:gd name="connsiteY8-18" fmla="*/ 850803 h 1863247"/>
              <a:gd name="connsiteX0-19" fmla="*/ 35521 w 1877718"/>
              <a:gd name="connsiteY0-20" fmla="*/ 850813 h 1863257"/>
              <a:gd name="connsiteX1-21" fmla="*/ 865299 w 1877718"/>
              <a:gd name="connsiteY1-22" fmla="*/ 21035 h 1863257"/>
              <a:gd name="connsiteX2-23" fmla="*/ 1026916 w 1877718"/>
              <a:gd name="connsiteY2-24" fmla="*/ 21060 h 1863257"/>
              <a:gd name="connsiteX3-25" fmla="*/ 1856694 w 1877718"/>
              <a:gd name="connsiteY3-26" fmla="*/ 850838 h 1863257"/>
              <a:gd name="connsiteX4-27" fmla="*/ 1856669 w 1877718"/>
              <a:gd name="connsiteY4-28" fmla="*/ 1012456 h 1863257"/>
              <a:gd name="connsiteX5-29" fmla="*/ 1026891 w 1877718"/>
              <a:gd name="connsiteY5-30" fmla="*/ 1842233 h 1863257"/>
              <a:gd name="connsiteX6-31" fmla="*/ 865274 w 1877718"/>
              <a:gd name="connsiteY6-32" fmla="*/ 1842208 h 1863257"/>
              <a:gd name="connsiteX7-33" fmla="*/ 35496 w 1877718"/>
              <a:gd name="connsiteY7-34" fmla="*/ 1012430 h 1863257"/>
              <a:gd name="connsiteX8-35" fmla="*/ 35521 w 1877718"/>
              <a:gd name="connsiteY8-36" fmla="*/ 850813 h 1863257"/>
              <a:gd name="connsiteX0-37" fmla="*/ 35521 w 1877718"/>
              <a:gd name="connsiteY0-38" fmla="*/ 865273 h 1877717"/>
              <a:gd name="connsiteX1-39" fmla="*/ 865299 w 1877718"/>
              <a:gd name="connsiteY1-40" fmla="*/ 35495 h 1877717"/>
              <a:gd name="connsiteX2-41" fmla="*/ 1026916 w 1877718"/>
              <a:gd name="connsiteY2-42" fmla="*/ 35520 h 1877717"/>
              <a:gd name="connsiteX3-43" fmla="*/ 1856694 w 1877718"/>
              <a:gd name="connsiteY3-44" fmla="*/ 865298 h 1877717"/>
              <a:gd name="connsiteX4-45" fmla="*/ 1856669 w 1877718"/>
              <a:gd name="connsiteY4-46" fmla="*/ 1026916 h 1877717"/>
              <a:gd name="connsiteX5-47" fmla="*/ 1026891 w 1877718"/>
              <a:gd name="connsiteY5-48" fmla="*/ 1856693 h 1877717"/>
              <a:gd name="connsiteX6-49" fmla="*/ 865274 w 1877718"/>
              <a:gd name="connsiteY6-50" fmla="*/ 1856668 h 1877717"/>
              <a:gd name="connsiteX7-51" fmla="*/ 35496 w 1877718"/>
              <a:gd name="connsiteY7-52" fmla="*/ 1026890 h 1877717"/>
              <a:gd name="connsiteX8-53" fmla="*/ 35521 w 1877718"/>
              <a:gd name="connsiteY8-54" fmla="*/ 865273 h 1877717"/>
              <a:gd name="connsiteX0-55" fmla="*/ 35521 w 1877718"/>
              <a:gd name="connsiteY0-56" fmla="*/ 865273 h 1877717"/>
              <a:gd name="connsiteX1-57" fmla="*/ 865299 w 1877718"/>
              <a:gd name="connsiteY1-58" fmla="*/ 35495 h 1877717"/>
              <a:gd name="connsiteX2-59" fmla="*/ 1026916 w 1877718"/>
              <a:gd name="connsiteY2-60" fmla="*/ 35520 h 1877717"/>
              <a:gd name="connsiteX3-61" fmla="*/ 1856694 w 1877718"/>
              <a:gd name="connsiteY3-62" fmla="*/ 865298 h 1877717"/>
              <a:gd name="connsiteX4-63" fmla="*/ 1856669 w 1877718"/>
              <a:gd name="connsiteY4-64" fmla="*/ 1026916 h 1877717"/>
              <a:gd name="connsiteX5-65" fmla="*/ 1026891 w 1877718"/>
              <a:gd name="connsiteY5-66" fmla="*/ 1856693 h 1877717"/>
              <a:gd name="connsiteX6-67" fmla="*/ 865274 w 1877718"/>
              <a:gd name="connsiteY6-68" fmla="*/ 1856668 h 1877717"/>
              <a:gd name="connsiteX7-69" fmla="*/ 35496 w 1877718"/>
              <a:gd name="connsiteY7-70" fmla="*/ 1026890 h 1877717"/>
              <a:gd name="connsiteX8-71" fmla="*/ 35521 w 1877718"/>
              <a:gd name="connsiteY8-72" fmla="*/ 865273 h 1877717"/>
              <a:gd name="connsiteX0-73" fmla="*/ 35521 w 1877718"/>
              <a:gd name="connsiteY0-74" fmla="*/ 865273 h 1877717"/>
              <a:gd name="connsiteX1-75" fmla="*/ 865299 w 1877718"/>
              <a:gd name="connsiteY1-76" fmla="*/ 35495 h 1877717"/>
              <a:gd name="connsiteX2-77" fmla="*/ 1026916 w 1877718"/>
              <a:gd name="connsiteY2-78" fmla="*/ 35520 h 1877717"/>
              <a:gd name="connsiteX3-79" fmla="*/ 1856694 w 1877718"/>
              <a:gd name="connsiteY3-80" fmla="*/ 865298 h 1877717"/>
              <a:gd name="connsiteX4-81" fmla="*/ 1856669 w 1877718"/>
              <a:gd name="connsiteY4-82" fmla="*/ 1026916 h 1877717"/>
              <a:gd name="connsiteX5-83" fmla="*/ 1026891 w 1877718"/>
              <a:gd name="connsiteY5-84" fmla="*/ 1856693 h 1877717"/>
              <a:gd name="connsiteX6-85" fmla="*/ 865274 w 1877718"/>
              <a:gd name="connsiteY6-86" fmla="*/ 1856668 h 1877717"/>
              <a:gd name="connsiteX7-87" fmla="*/ 35496 w 1877718"/>
              <a:gd name="connsiteY7-88" fmla="*/ 1026890 h 1877717"/>
              <a:gd name="connsiteX8-89" fmla="*/ 35521 w 1877718"/>
              <a:gd name="connsiteY8-90" fmla="*/ 865273 h 1877717"/>
              <a:gd name="connsiteX0-91" fmla="*/ 35521 w 1877729"/>
              <a:gd name="connsiteY0-92" fmla="*/ 865273 h 1877717"/>
              <a:gd name="connsiteX1-93" fmla="*/ 865299 w 1877729"/>
              <a:gd name="connsiteY1-94" fmla="*/ 35495 h 1877717"/>
              <a:gd name="connsiteX2-95" fmla="*/ 1026916 w 1877729"/>
              <a:gd name="connsiteY2-96" fmla="*/ 35520 h 1877717"/>
              <a:gd name="connsiteX3-97" fmla="*/ 1856694 w 1877729"/>
              <a:gd name="connsiteY3-98" fmla="*/ 865298 h 1877717"/>
              <a:gd name="connsiteX4-99" fmla="*/ 1856669 w 1877729"/>
              <a:gd name="connsiteY4-100" fmla="*/ 1026916 h 1877717"/>
              <a:gd name="connsiteX5-101" fmla="*/ 1026891 w 1877729"/>
              <a:gd name="connsiteY5-102" fmla="*/ 1856693 h 1877717"/>
              <a:gd name="connsiteX6-103" fmla="*/ 865274 w 1877729"/>
              <a:gd name="connsiteY6-104" fmla="*/ 1856668 h 1877717"/>
              <a:gd name="connsiteX7-105" fmla="*/ 35496 w 1877729"/>
              <a:gd name="connsiteY7-106" fmla="*/ 1026890 h 1877717"/>
              <a:gd name="connsiteX8-107" fmla="*/ 35521 w 1877729"/>
              <a:gd name="connsiteY8-108" fmla="*/ 865273 h 1877717"/>
              <a:gd name="connsiteX0-109" fmla="*/ 35521 w 1892189"/>
              <a:gd name="connsiteY0-110" fmla="*/ 865273 h 1877717"/>
              <a:gd name="connsiteX1-111" fmla="*/ 865299 w 1892189"/>
              <a:gd name="connsiteY1-112" fmla="*/ 35495 h 1877717"/>
              <a:gd name="connsiteX2-113" fmla="*/ 1026916 w 1892189"/>
              <a:gd name="connsiteY2-114" fmla="*/ 35520 h 1877717"/>
              <a:gd name="connsiteX3-115" fmla="*/ 1856694 w 1892189"/>
              <a:gd name="connsiteY3-116" fmla="*/ 865298 h 1877717"/>
              <a:gd name="connsiteX4-117" fmla="*/ 1856669 w 1892189"/>
              <a:gd name="connsiteY4-118" fmla="*/ 1026916 h 1877717"/>
              <a:gd name="connsiteX5-119" fmla="*/ 1026891 w 1892189"/>
              <a:gd name="connsiteY5-120" fmla="*/ 1856693 h 1877717"/>
              <a:gd name="connsiteX6-121" fmla="*/ 865274 w 1892189"/>
              <a:gd name="connsiteY6-122" fmla="*/ 1856668 h 1877717"/>
              <a:gd name="connsiteX7-123" fmla="*/ 35496 w 1892189"/>
              <a:gd name="connsiteY7-124" fmla="*/ 1026890 h 1877717"/>
              <a:gd name="connsiteX8-125" fmla="*/ 35521 w 1892189"/>
              <a:gd name="connsiteY8-126" fmla="*/ 865273 h 1877717"/>
              <a:gd name="connsiteX0-127" fmla="*/ 35521 w 1892189"/>
              <a:gd name="connsiteY0-128" fmla="*/ 865273 h 1877717"/>
              <a:gd name="connsiteX1-129" fmla="*/ 865299 w 1892189"/>
              <a:gd name="connsiteY1-130" fmla="*/ 35495 h 1877717"/>
              <a:gd name="connsiteX2-131" fmla="*/ 1026916 w 1892189"/>
              <a:gd name="connsiteY2-132" fmla="*/ 35520 h 1877717"/>
              <a:gd name="connsiteX3-133" fmla="*/ 1856694 w 1892189"/>
              <a:gd name="connsiteY3-134" fmla="*/ 865298 h 1877717"/>
              <a:gd name="connsiteX4-135" fmla="*/ 1856669 w 1892189"/>
              <a:gd name="connsiteY4-136" fmla="*/ 1026916 h 1877717"/>
              <a:gd name="connsiteX5-137" fmla="*/ 1026891 w 1892189"/>
              <a:gd name="connsiteY5-138" fmla="*/ 1856693 h 1877717"/>
              <a:gd name="connsiteX6-139" fmla="*/ 865274 w 1892189"/>
              <a:gd name="connsiteY6-140" fmla="*/ 1856668 h 1877717"/>
              <a:gd name="connsiteX7-141" fmla="*/ 35496 w 1892189"/>
              <a:gd name="connsiteY7-142" fmla="*/ 1026890 h 1877717"/>
              <a:gd name="connsiteX8-143" fmla="*/ 35521 w 1892189"/>
              <a:gd name="connsiteY8-144" fmla="*/ 865273 h 1877717"/>
              <a:gd name="connsiteX0-145" fmla="*/ 35521 w 1892189"/>
              <a:gd name="connsiteY0-146" fmla="*/ 865273 h 1877717"/>
              <a:gd name="connsiteX1-147" fmla="*/ 865299 w 1892189"/>
              <a:gd name="connsiteY1-148" fmla="*/ 35495 h 1877717"/>
              <a:gd name="connsiteX2-149" fmla="*/ 1026916 w 1892189"/>
              <a:gd name="connsiteY2-150" fmla="*/ 35520 h 1877717"/>
              <a:gd name="connsiteX3-151" fmla="*/ 1856694 w 1892189"/>
              <a:gd name="connsiteY3-152" fmla="*/ 865298 h 1877717"/>
              <a:gd name="connsiteX4-153" fmla="*/ 1856669 w 1892189"/>
              <a:gd name="connsiteY4-154" fmla="*/ 1026916 h 1877717"/>
              <a:gd name="connsiteX5-155" fmla="*/ 1026891 w 1892189"/>
              <a:gd name="connsiteY5-156" fmla="*/ 1856693 h 1877717"/>
              <a:gd name="connsiteX6-157" fmla="*/ 865274 w 1892189"/>
              <a:gd name="connsiteY6-158" fmla="*/ 1856668 h 1877717"/>
              <a:gd name="connsiteX7-159" fmla="*/ 35496 w 1892189"/>
              <a:gd name="connsiteY7-160" fmla="*/ 1026890 h 1877717"/>
              <a:gd name="connsiteX8-161" fmla="*/ 35521 w 1892189"/>
              <a:gd name="connsiteY8-162" fmla="*/ 865273 h 1877717"/>
              <a:gd name="connsiteX0-163" fmla="*/ 35521 w 1892189"/>
              <a:gd name="connsiteY0-164" fmla="*/ 865273 h 1877728"/>
              <a:gd name="connsiteX1-165" fmla="*/ 865299 w 1892189"/>
              <a:gd name="connsiteY1-166" fmla="*/ 35495 h 1877728"/>
              <a:gd name="connsiteX2-167" fmla="*/ 1026916 w 1892189"/>
              <a:gd name="connsiteY2-168" fmla="*/ 35520 h 1877728"/>
              <a:gd name="connsiteX3-169" fmla="*/ 1856694 w 1892189"/>
              <a:gd name="connsiteY3-170" fmla="*/ 865298 h 1877728"/>
              <a:gd name="connsiteX4-171" fmla="*/ 1856669 w 1892189"/>
              <a:gd name="connsiteY4-172" fmla="*/ 1026916 h 1877728"/>
              <a:gd name="connsiteX5-173" fmla="*/ 1026891 w 1892189"/>
              <a:gd name="connsiteY5-174" fmla="*/ 1856693 h 1877728"/>
              <a:gd name="connsiteX6-175" fmla="*/ 865274 w 1892189"/>
              <a:gd name="connsiteY6-176" fmla="*/ 1856668 h 1877728"/>
              <a:gd name="connsiteX7-177" fmla="*/ 35496 w 1892189"/>
              <a:gd name="connsiteY7-178" fmla="*/ 1026890 h 1877728"/>
              <a:gd name="connsiteX8-179" fmla="*/ 35521 w 1892189"/>
              <a:gd name="connsiteY8-180" fmla="*/ 865273 h 1877728"/>
              <a:gd name="connsiteX0-181" fmla="*/ 35521 w 1892189"/>
              <a:gd name="connsiteY0-182" fmla="*/ 865273 h 1892188"/>
              <a:gd name="connsiteX1-183" fmla="*/ 865299 w 1892189"/>
              <a:gd name="connsiteY1-184" fmla="*/ 35495 h 1892188"/>
              <a:gd name="connsiteX2-185" fmla="*/ 1026916 w 1892189"/>
              <a:gd name="connsiteY2-186" fmla="*/ 35520 h 1892188"/>
              <a:gd name="connsiteX3-187" fmla="*/ 1856694 w 1892189"/>
              <a:gd name="connsiteY3-188" fmla="*/ 865298 h 1892188"/>
              <a:gd name="connsiteX4-189" fmla="*/ 1856669 w 1892189"/>
              <a:gd name="connsiteY4-190" fmla="*/ 1026916 h 1892188"/>
              <a:gd name="connsiteX5-191" fmla="*/ 1026891 w 1892189"/>
              <a:gd name="connsiteY5-192" fmla="*/ 1856693 h 1892188"/>
              <a:gd name="connsiteX6-193" fmla="*/ 865274 w 1892189"/>
              <a:gd name="connsiteY6-194" fmla="*/ 1856668 h 1892188"/>
              <a:gd name="connsiteX7-195" fmla="*/ 35496 w 1892189"/>
              <a:gd name="connsiteY7-196" fmla="*/ 1026890 h 1892188"/>
              <a:gd name="connsiteX8-197" fmla="*/ 35521 w 1892189"/>
              <a:gd name="connsiteY8-198" fmla="*/ 865273 h 1892188"/>
              <a:gd name="connsiteX0-199" fmla="*/ 35521 w 1892189"/>
              <a:gd name="connsiteY0-200" fmla="*/ 865273 h 1892188"/>
              <a:gd name="connsiteX1-201" fmla="*/ 865299 w 1892189"/>
              <a:gd name="connsiteY1-202" fmla="*/ 35495 h 1892188"/>
              <a:gd name="connsiteX2-203" fmla="*/ 1026916 w 1892189"/>
              <a:gd name="connsiteY2-204" fmla="*/ 35520 h 1892188"/>
              <a:gd name="connsiteX3-205" fmla="*/ 1856694 w 1892189"/>
              <a:gd name="connsiteY3-206" fmla="*/ 865298 h 1892188"/>
              <a:gd name="connsiteX4-207" fmla="*/ 1856669 w 1892189"/>
              <a:gd name="connsiteY4-208" fmla="*/ 1026916 h 1892188"/>
              <a:gd name="connsiteX5-209" fmla="*/ 1026891 w 1892189"/>
              <a:gd name="connsiteY5-210" fmla="*/ 1856693 h 1892188"/>
              <a:gd name="connsiteX6-211" fmla="*/ 865274 w 1892189"/>
              <a:gd name="connsiteY6-212" fmla="*/ 1856668 h 1892188"/>
              <a:gd name="connsiteX7-213" fmla="*/ 35496 w 1892189"/>
              <a:gd name="connsiteY7-214" fmla="*/ 1026890 h 1892188"/>
              <a:gd name="connsiteX8-215" fmla="*/ 35521 w 1892189"/>
              <a:gd name="connsiteY8-216" fmla="*/ 865273 h 1892188"/>
              <a:gd name="connsiteX0-217" fmla="*/ 35521 w 1892189"/>
              <a:gd name="connsiteY0-218" fmla="*/ 865273 h 1892188"/>
              <a:gd name="connsiteX1-219" fmla="*/ 865299 w 1892189"/>
              <a:gd name="connsiteY1-220" fmla="*/ 35495 h 1892188"/>
              <a:gd name="connsiteX2-221" fmla="*/ 1026916 w 1892189"/>
              <a:gd name="connsiteY2-222" fmla="*/ 35520 h 1892188"/>
              <a:gd name="connsiteX3-223" fmla="*/ 1856694 w 1892189"/>
              <a:gd name="connsiteY3-224" fmla="*/ 865298 h 1892188"/>
              <a:gd name="connsiteX4-225" fmla="*/ 1856669 w 1892189"/>
              <a:gd name="connsiteY4-226" fmla="*/ 1026916 h 1892188"/>
              <a:gd name="connsiteX5-227" fmla="*/ 1026891 w 1892189"/>
              <a:gd name="connsiteY5-228" fmla="*/ 1856693 h 1892188"/>
              <a:gd name="connsiteX6-229" fmla="*/ 865274 w 1892189"/>
              <a:gd name="connsiteY6-230" fmla="*/ 1856668 h 1892188"/>
              <a:gd name="connsiteX7-231" fmla="*/ 35496 w 1892189"/>
              <a:gd name="connsiteY7-232" fmla="*/ 1026890 h 1892188"/>
              <a:gd name="connsiteX8-233" fmla="*/ 35521 w 1892189"/>
              <a:gd name="connsiteY8-234" fmla="*/ 865273 h 1892188"/>
              <a:gd name="connsiteX0-235" fmla="*/ 35521 w 1892189"/>
              <a:gd name="connsiteY0-236" fmla="*/ 865273 h 1892188"/>
              <a:gd name="connsiteX1-237" fmla="*/ 865299 w 1892189"/>
              <a:gd name="connsiteY1-238" fmla="*/ 35495 h 1892188"/>
              <a:gd name="connsiteX2-239" fmla="*/ 1026916 w 1892189"/>
              <a:gd name="connsiteY2-240" fmla="*/ 35520 h 1892188"/>
              <a:gd name="connsiteX3-241" fmla="*/ 1856694 w 1892189"/>
              <a:gd name="connsiteY3-242" fmla="*/ 865298 h 1892188"/>
              <a:gd name="connsiteX4-243" fmla="*/ 1856669 w 1892189"/>
              <a:gd name="connsiteY4-244" fmla="*/ 1026916 h 1892188"/>
              <a:gd name="connsiteX5-245" fmla="*/ 1026891 w 1892189"/>
              <a:gd name="connsiteY5-246" fmla="*/ 1856693 h 1892188"/>
              <a:gd name="connsiteX6-247" fmla="*/ 865274 w 1892189"/>
              <a:gd name="connsiteY6-248" fmla="*/ 1856668 h 1892188"/>
              <a:gd name="connsiteX7-249" fmla="*/ 35496 w 1892189"/>
              <a:gd name="connsiteY7-250" fmla="*/ 1026890 h 1892188"/>
              <a:gd name="connsiteX8-251" fmla="*/ 35521 w 1892189"/>
              <a:gd name="connsiteY8-252" fmla="*/ 865273 h 189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892189" h="1892188">
                <a:moveTo>
                  <a:pt x="35521" y="865273"/>
                </a:moveTo>
                <a:cubicBezTo>
                  <a:pt x="35521" y="865273"/>
                  <a:pt x="865299" y="35495"/>
                  <a:pt x="865299" y="35495"/>
                </a:cubicBezTo>
                <a:cubicBezTo>
                  <a:pt x="912643" y="-11849"/>
                  <a:pt x="979572" y="-11824"/>
                  <a:pt x="1026916" y="35520"/>
                </a:cubicBezTo>
                <a:cubicBezTo>
                  <a:pt x="1026916" y="35520"/>
                  <a:pt x="1856694" y="865298"/>
                  <a:pt x="1856694" y="865298"/>
                </a:cubicBezTo>
                <a:cubicBezTo>
                  <a:pt x="1904038" y="912642"/>
                  <a:pt x="1904013" y="979572"/>
                  <a:pt x="1856669" y="1026916"/>
                </a:cubicBezTo>
                <a:cubicBezTo>
                  <a:pt x="1856669" y="1026916"/>
                  <a:pt x="1026891" y="1856693"/>
                  <a:pt x="1026891" y="1856693"/>
                </a:cubicBezTo>
                <a:cubicBezTo>
                  <a:pt x="979547" y="1904037"/>
                  <a:pt x="912618" y="1904011"/>
                  <a:pt x="865274" y="1856668"/>
                </a:cubicBezTo>
                <a:cubicBezTo>
                  <a:pt x="865274" y="1856667"/>
                  <a:pt x="35496" y="1026889"/>
                  <a:pt x="35496" y="1026890"/>
                </a:cubicBezTo>
                <a:cubicBezTo>
                  <a:pt x="-11848" y="979545"/>
                  <a:pt x="-11823" y="912617"/>
                  <a:pt x="35521" y="865273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26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2" name="直接连接符 1"/>
          <p:cNvCxnSpPr/>
          <p:nvPr>
            <p:custDataLst>
              <p:tags r:id="rId9"/>
            </p:custDataLst>
          </p:nvPr>
        </p:nvCxnSpPr>
        <p:spPr>
          <a:xfrm>
            <a:off x="740410" y="1534160"/>
            <a:ext cx="0" cy="1152525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>
            <p:custDataLst>
              <p:tags r:id="rId10"/>
            </p:custDataLst>
          </p:nvPr>
        </p:nvCxnSpPr>
        <p:spPr>
          <a:xfrm>
            <a:off x="11346815" y="5031105"/>
            <a:ext cx="0" cy="1152525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11"/>
            </p:custDataLst>
          </p:nvPr>
        </p:nvSpPr>
        <p:spPr>
          <a:xfrm>
            <a:off x="1092835" y="2148840"/>
            <a:ext cx="10015220" cy="348615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部署上线准备</a:t>
            </a:r>
            <a:endParaRPr lang="en-US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lvl="1" indent="0" fontAlgn="auto">
              <a:lnSpc>
                <a:spcPct val="150000"/>
              </a:lnSpc>
            </a:pPr>
            <a:r>
              <a:rPr lang="zh-CN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准备生产环境，分阶段上线，先灰度发布，监控系统表现</a:t>
            </a:r>
            <a:endParaRPr lang="zh-CN" altLang="zh-CN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924560" y="502285"/>
            <a:ext cx="10800080" cy="53594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chemeClr val="tx1"/>
                </a:solidFill>
              </a:rPr>
              <a:t>系统测试、优化与部署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35050" y="530225"/>
            <a:ext cx="10800080" cy="53594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chemeClr val="tx1"/>
                </a:solidFill>
              </a:rPr>
              <a:t>集成与上线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247140" y="1556385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p/>
          <a:p>
            <a:pPr>
              <a:defRPr sz="1600"/>
            </a:pPr>
            <a:r>
              <a:t>● 模型效果评测：</a:t>
            </a:r>
          </a:p>
          <a:p>
            <a:pPr>
              <a:defRPr sz="1600"/>
            </a:pPr>
            <a:r>
              <a:t>   - 票据识别OCR准确率 ≥ 95%，字段级别召回率 &gt; 97%</a:t>
            </a:r>
          </a:p>
          <a:p>
            <a:pPr>
              <a:defRPr sz="1600"/>
            </a:pPr>
            <a:r>
              <a:t>   - 风控模型 AUC ≥ 0.92，漏报率 &lt; 2%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● 上线流程：</a:t>
            </a:r>
          </a:p>
          <a:p>
            <a:pPr>
              <a:defRPr sz="1600"/>
            </a:pPr>
            <a:r>
              <a:t>   - 阶段一：UAT环境部署，业务线参与评测</a:t>
            </a:r>
          </a:p>
          <a:p>
            <a:pPr>
              <a:defRPr sz="1600"/>
            </a:pPr>
            <a:r>
              <a:t>   - 阶段二：灰度上线，设定成功判定阈值（处理时长&lt;5分钟，满意度≥85%）</a:t>
            </a:r>
          </a:p>
          <a:p>
            <a:pPr>
              <a:defRPr sz="1600"/>
            </a:pPr>
            <a:r>
              <a:t>   - 阶段三：全量发布，支持运营仪表盘监控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● 反馈闭环：</a:t>
            </a:r>
          </a:p>
          <a:p>
            <a:pPr>
              <a:defRPr sz="1600"/>
            </a:pPr>
            <a:r>
              <a:t>   - 引入客服工单、用户评分等反馈通道</a:t>
            </a:r>
          </a:p>
          <a:p>
            <a:pPr>
              <a:defRPr sz="1600"/>
            </a:pPr>
            <a:r>
              <a:t>   - 周期性进行模型精调和规则更新</a:t>
            </a:r>
          </a:p>
        </p:txBody>
      </p:sp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chemeClr val="tx1"/>
                </a:solidFill>
              </a:rPr>
              <a:t>第八步：持续运营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08</a:t>
            </a:r>
            <a:endParaRPr lang="en-US" altLang="en-US">
              <a:solidFill>
                <a:schemeClr val="accent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93445" y="229621"/>
            <a:ext cx="10515600" cy="981635"/>
          </a:xfrm>
        </p:spPr>
        <p:txBody>
          <a:bodyPr/>
          <a:lstStyle/>
          <a:p>
            <a:r>
              <a:rPr lang="zh-CN" altLang="en-US" sz="3200">
                <a:solidFill>
                  <a:schemeClr val="tx1"/>
                </a:solidFill>
              </a:rPr>
              <a:t>业务监控看板</a:t>
            </a:r>
            <a:endParaRPr lang="zh-CN" altLang="en-US" sz="320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395" y="1029970"/>
            <a:ext cx="7577455" cy="56413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23925" y="575945"/>
            <a:ext cx="10800080" cy="53594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chemeClr val="tx1"/>
                </a:solidFill>
              </a:rPr>
              <a:t>数据和知识刷新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55065" y="1464945"/>
            <a:ext cx="5206365" cy="3569335"/>
          </a:xfrm>
          <a:prstGeom prst="rect">
            <a:avLst/>
          </a:prstGeom>
          <a:noFill/>
        </p:spPr>
        <p:txBody>
          <a:bodyPr wrap="none">
            <a:spAutoFit/>
          </a:bodyPr>
          <a:p/>
          <a:p>
            <a:pPr>
              <a:defRPr sz="1600"/>
            </a:pPr>
            <a:r>
              <a:t>🔄 示例场景：OCR票据识别 + 理赔规则判断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📥 数据刷新机制：</a:t>
            </a:r>
          </a:p>
          <a:p>
            <a:pPr>
              <a:defRPr sz="1600"/>
            </a:pPr>
            <a:r>
              <a:t>  - 每日同步新上传票据样本，自动加入训练数据仓</a:t>
            </a:r>
          </a:p>
          <a:p>
            <a:pPr>
              <a:defRPr sz="1600"/>
            </a:pPr>
            <a:r>
              <a:t>  - OCR识别结果与人工校验比对 → 提取错识字段</a:t>
            </a:r>
          </a:p>
          <a:p>
            <a:pPr>
              <a:defRPr sz="1600"/>
            </a:pPr>
            <a:r>
              <a:t>  - 每周触发增量训练：对误识别数据进行再学习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📚 知识刷新机制：</a:t>
            </a:r>
          </a:p>
          <a:p>
            <a:pPr>
              <a:defRPr sz="1600"/>
            </a:pPr>
            <a:r>
              <a:t>  - 理赔规则每季度更新，保司政策变动同步录入</a:t>
            </a:r>
          </a:p>
          <a:p>
            <a:pPr>
              <a:defRPr sz="1600"/>
            </a:pPr>
            <a:r>
              <a:t>  - 自动对比旧规则与新版本差异，生成变更提示</a:t>
            </a:r>
          </a:p>
          <a:p>
            <a:pPr>
              <a:defRPr sz="1600"/>
            </a:pPr>
            <a:r>
              <a:t>  - 快速理赔FAQ新增客户问题 → 人工审核后纳入知识库</a:t>
            </a:r>
          </a:p>
          <a:p>
            <a:pPr>
              <a:defRPr sz="1600"/>
            </a:pPr>
          </a:p>
          <a:p>
            <a:pPr>
              <a:defRPr sz="1600"/>
            </a:pPr>
          </a:p>
        </p:txBody>
      </p:sp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6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6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68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6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7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7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7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7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7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7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7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7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852892"/>
  <p:tag name="KSO_WM_TEMPLATE_CATEGORY" val="custom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852892"/>
  <p:tag name="KSO_WM_TEMPLATE_CATEGORY" val="custom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TEMPLATE_INDEX" val="852892"/>
  <p:tag name="KSO_WM_TEMPLATE_CATEGORY" val="custom"/>
</p:tagLst>
</file>

<file path=ppt/tags/tag8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1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  <p:tag name="KSO_WM_TEMPLATE_INDEX" val="852892"/>
  <p:tag name="KSO_WM_TEMPLATE_CATEGORY" val="custom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  <p:tag name="KSO_WM_TEMPLATE_INDEX" val="852892"/>
  <p:tag name="KSO_WM_TEMPLATE_CATEGORY" val="custom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CATEGORY" val="custom"/>
  <p:tag name="KSO_WM_TEMPLATE_INDEX" val="852892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CATEGORY" val="custom"/>
  <p:tag name="KSO_WM_TEMPLATE_INDEX" val="852892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INDEX" val="852892"/>
  <p:tag name="KSO_WM_TEMPLATE_CATEGORY" val="custom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INDEX" val="852892"/>
  <p:tag name="KSO_WM_TEMPLATE_CATEGORY" val="custom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INDEX" val="852892"/>
  <p:tag name="KSO_WM_TEMPLATE_CATEGORY" val="custom"/>
</p:tagLst>
</file>

<file path=ppt/tags/tag8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852892_1*a*1"/>
  <p:tag name="KSO_WM_UNIT_LAYERLEVEL" val="1"/>
  <p:tag name="KSO_WM_TEMPLATE_INDEX" val="852892"/>
  <p:tag name="KSO_WM_TEMPLATE_CATEGORY" val="custom"/>
</p:tagLst>
</file>

<file path=ppt/tags/tag90.xml><?xml version="1.0" encoding="utf-8"?>
<p:tagLst xmlns:p="http://schemas.openxmlformats.org/presentationml/2006/main">
  <p:tag name="KSO_WM_UNIT_TYPE" val="f"/>
  <p:tag name="KSO_WM_UNIT_SUBTYPE" val="b"/>
  <p:tag name="KSO_WM_UNIT_INDEX" val="2"/>
  <p:tag name="KSO_WM_BEAUTIFY_FLAG" val="#wm#"/>
  <p:tag name="KSO_WM_TAG_VERSION" val="3.0"/>
  <p:tag name="KSO_WM_UNIT_ID" val="custom852892_1*f*2"/>
  <p:tag name="KSO_WM_UNIT_LAYERLEVEL" val="1"/>
  <p:tag name="KSO_WM_TEMPLATE_INDEX" val="852892"/>
  <p:tag name="KSO_WM_TEMPLATE_CATEGORY" val="custom"/>
</p:tagLst>
</file>

<file path=ppt/tags/tag91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TEMPLATE_PLACEHOLDER_POS" val="0,80.625,960,427.5"/>
  <p:tag name="KSO_WM_SLIDE_SUBTYPE" val="pureTxt"/>
  <p:tag name="KSO_WM_SLIDE_ITEM_CNT" val="0"/>
  <p:tag name="KSO_WM_TEMPLATE_INDEX" val="852892"/>
  <p:tag name="KSO_WM_SLIDE_THEME_ID" val="20236264"/>
  <p:tag name="KSO_WM_SLIDE_INDEX" val="1"/>
  <p:tag name="KSO_WM_BEAUTIFY_FLAG" val="#wm#"/>
  <p:tag name="KSO_WM_TEMPLATE_CATEGORY" val="custom"/>
  <p:tag name="KSO_WM_TEMPLATE_THUMBS_INDEX" val="1、5"/>
  <p:tag name="KSO_WM_SLIDE_ID" val="custom852892_1"/>
  <p:tag name="KSO_WM_SLIDE_LAYOUT" val="a_f"/>
  <p:tag name="KSO_WM_SLIDE_LAYOUT_CNT" val="1_1"/>
</p:tagLst>
</file>

<file path=ppt/tags/tag9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DIAGRAM_GROUP_CODE" val="l1-1"/>
  <p:tag name="KSO_WM_DIAGRAM_COLOR_TRICK" val="1"/>
  <p:tag name="KSO_WM_DIAGRAM_COLOR_TEXT_CAN_REMOVE" val="n"/>
  <p:tag name="KSO_WM_UNIT_ID" val="custom852892_2*a*1"/>
  <p:tag name="KSO_WM_UNIT_LAYERLEVEL" val="1"/>
  <p:tag name="KSO_WM_TEMPLATE_INDEX" val="852892"/>
  <p:tag name="KSO_WM_TEMPLATE_CATEGORY" val="custom"/>
</p:tagLst>
</file>

<file path=ppt/tags/tag93.xml><?xml version="1.0" encoding="utf-8"?>
<p:tagLst xmlns:p="http://schemas.openxmlformats.org/presentationml/2006/main">
  <p:tag name="KSO_WM_DIAGRAM_VIRTUALLY_FRAME" val="{&quot;height&quot;:426.2661417322835,&quot;left&quot;:260.7042519685039,&quot;top&quot;:107.40181102362206,&quot;width&quot;:479.7107874015748}"/>
</p:tagLst>
</file>

<file path=ppt/tags/tag94.xml><?xml version="1.0" encoding="utf-8"?>
<p:tagLst xmlns:p="http://schemas.openxmlformats.org/presentationml/2006/main">
  <p:tag name="KSO_WM_UNIT_TYPE" val="l_h_f"/>
  <p:tag name="KSO_WM_UNIT_SUBTYPE" val="a"/>
  <p:tag name="KSO_WM_UNIT_INDEX" val="1_1_1"/>
  <p:tag name="KSO_WM_BEAUTIFY_FLAG" val="#wm#"/>
  <p:tag name="KSO_WM_TAG_VERSION" val="3.0"/>
  <p:tag name="KSO_WM_DIAGRAM_VERSION" val="3"/>
  <p:tag name="KSO_WM_UNIT_PRESET_TEXT" val="岗位角色认知和试用期工作目标"/>
  <p:tag name="KSO_WM_TEMPLATE_INDEX" val="852892"/>
  <p:tag name="KSO_WM_TEMPLATE_CATEGORY" val="custom"/>
  <p:tag name="KSO_WM_UNIT_ID" val="custom852892_2*l_h_f*1_1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426.2661417322835,&quot;left&quot;:260.7042519685039,&quot;top&quot;:107.40181102362206,&quot;width&quot;:479.7107874015748}"/>
</p:tagLst>
</file>

<file path=ppt/tags/tag95.xml><?xml version="1.0" encoding="utf-8"?>
<p:tagLst xmlns:p="http://schemas.openxmlformats.org/presentationml/2006/main">
  <p:tag name="KSO_WM_UNIT_TYPE" val="l_h_i"/>
  <p:tag name="KSO_WM_UNIT_SUBTYPE" val="h"/>
  <p:tag name="KSO_WM_UNIT_INDEX" val="1_1_3"/>
  <p:tag name="KSO_WM_BEAUTIFY_FLAG" val="#wm#"/>
  <p:tag name="KSO_WM_TAG_VERSION" val="3.0"/>
  <p:tag name="KSO_WM_DIAGRAM_VERSION" val="3"/>
  <p:tag name="KSO_WM_TEMPLATE_INDEX" val="852892"/>
  <p:tag name="KSO_WM_TEMPLATE_CATEGORY" val="custom"/>
  <p:tag name="KSO_WM_UNIT_ID" val="custom852892_2*l_h_i*1_1_3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426.2661417322835,&quot;left&quot;:260.7042519685039,&quot;top&quot;:107.40181102362206,&quot;width&quot;:479.7107874015748}"/>
</p:tagLst>
</file>

<file path=ppt/tags/tag96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UNIT_PRESET_TEXT" val="1"/>
  <p:tag name="KSO_WM_TEMPLATE_INDEX" val="852892"/>
  <p:tag name="KSO_WM_TEMPLATE_CATEGORY" val="custom"/>
  <p:tag name="KSO_WM_UNIT_ID" val="custom852892_2*l_h_i*1_1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426.2661417322835,&quot;left&quot;:260.7042519685039,&quot;top&quot;:107.40181102362206,&quot;width&quot;:479.7107874015748}"/>
</p:tagLst>
</file>

<file path=ppt/tags/tag97.xml><?xml version="1.0" encoding="utf-8"?>
<p:tagLst xmlns:p="http://schemas.openxmlformats.org/presentationml/2006/main">
  <p:tag name="KSO_WM_DIAGRAM_VIRTUALLY_FRAME" val="{&quot;height&quot;:426.2661417322835,&quot;left&quot;:260.7042519685039,&quot;top&quot;:107.40181102362206,&quot;width&quot;:479.7107874015748}"/>
</p:tagLst>
</file>

<file path=ppt/tags/tag98.xml><?xml version="1.0" encoding="utf-8"?>
<p:tagLst xmlns:p="http://schemas.openxmlformats.org/presentationml/2006/main">
  <p:tag name="KSO_WM_UNIT_TYPE" val="l_h_f"/>
  <p:tag name="KSO_WM_UNIT_SUBTYPE" val="a"/>
  <p:tag name="KSO_WM_UNIT_INDEX" val="1_2_1"/>
  <p:tag name="KSO_WM_BEAUTIFY_FLAG" val="#wm#"/>
  <p:tag name="KSO_WM_TAG_VERSION" val="3.0"/>
  <p:tag name="KSO_WM_DIAGRAM_VERSION" val="3"/>
  <p:tag name="KSO_WM_UNIT_PRESET_TEXT" val="工作结果展示和总结"/>
  <p:tag name="KSO_WM_TEMPLATE_INDEX" val="852892"/>
  <p:tag name="KSO_WM_TEMPLATE_CATEGORY" val="custom"/>
  <p:tag name="KSO_WM_UNIT_ID" val="custom852892_2*l_h_f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426.2661417322835,&quot;left&quot;:260.7042519685039,&quot;top&quot;:107.40181102362206,&quot;width&quot;:479.7107874015748}"/>
</p:tagLst>
</file>

<file path=ppt/tags/tag99.xml><?xml version="1.0" encoding="utf-8"?>
<p:tagLst xmlns:p="http://schemas.openxmlformats.org/presentationml/2006/main">
  <p:tag name="KSO_WM_UNIT_TYPE" val="l_h_i"/>
  <p:tag name="KSO_WM_UNIT_SUBTYPE" val="h"/>
  <p:tag name="KSO_WM_UNIT_INDEX" val="1_2_2"/>
  <p:tag name="KSO_WM_BEAUTIFY_FLAG" val="#wm#"/>
  <p:tag name="KSO_WM_TAG_VERSION" val="3.0"/>
  <p:tag name="KSO_WM_DIAGRAM_VERSION" val="3"/>
  <p:tag name="KSO_WM_TEMPLATE_INDEX" val="852892"/>
  <p:tag name="KSO_WM_TEMPLATE_CATEGORY" val="custom"/>
  <p:tag name="KSO_WM_UNIT_ID" val="custom852892_2*l_h_i*1_2_2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426.2661417322835,&quot;left&quot;:260.7042519685039,&quot;top&quot;:107.40181102362206,&quot;width&quot;:479.7107874015748}"/>
</p:tagLst>
</file>

<file path=ppt/tags/tag100.xml><?xml version="1.0" encoding="utf-8"?>
<p:tagLst xmlns:p="http://schemas.openxmlformats.org/presentationml/2006/main">
  <p:tag name="KSO_WM_UNIT_TYPE" val="l_h_i"/>
  <p:tag name="KSO_WM_UNIT_SUBTYPE" val="d"/>
  <p:tag name="KSO_WM_UNIT_INDEX" val="1_1_2"/>
  <p:tag name="KSO_WM_BEAUTIFY_FLAG" val="#wm#"/>
  <p:tag name="KSO_WM_TAG_VERSION" val="3.0"/>
  <p:tag name="KSO_WM_DIAGRAM_VERSION" val="3"/>
  <p:tag name="KSO_WM_UNIT_PRESET_TEXT" val="2"/>
  <p:tag name="KSO_WM_TEMPLATE_INDEX" val="852892"/>
  <p:tag name="KSO_WM_TEMPLATE_CATEGORY" val="custom"/>
  <p:tag name="KSO_WM_UNIT_ID" val="custom852892_2*l_h_i*1_1_2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426.2661417322835,&quot;left&quot;:260.7042519685039,&quot;top&quot;:107.40181102362206,&quot;width&quot;:479.7107874015748}"/>
</p:tagLst>
</file>

<file path=ppt/tags/tag101.xml><?xml version="1.0" encoding="utf-8"?>
<p:tagLst xmlns:p="http://schemas.openxmlformats.org/presentationml/2006/main">
  <p:tag name="KSO_WM_DIAGRAM_VIRTUALLY_FRAME" val="{&quot;height&quot;:426.2661417322835,&quot;left&quot;:260.7042519685039,&quot;top&quot;:107.40181102362206,&quot;width&quot;:479.7107874015748}"/>
</p:tagLst>
</file>

<file path=ppt/tags/tag102.xml><?xml version="1.0" encoding="utf-8"?>
<p:tagLst xmlns:p="http://schemas.openxmlformats.org/presentationml/2006/main">
  <p:tag name="KSO_WM_UNIT_TYPE" val="l_h_f"/>
  <p:tag name="KSO_WM_UNIT_SUBTYPE" val="a"/>
  <p:tag name="KSO_WM_UNIT_INDEX" val="1_3_1"/>
  <p:tag name="KSO_WM_BEAUTIFY_FLAG" val="#wm#"/>
  <p:tag name="KSO_WM_TAG_VERSION" val="3.0"/>
  <p:tag name="KSO_WM_DIAGRAM_VERSION" val="3"/>
  <p:tag name="KSO_WM_UNIT_PRESET_TEXT" val="工作感悟和建议"/>
  <p:tag name="KSO_WM_TEMPLATE_INDEX" val="852892"/>
  <p:tag name="KSO_WM_TEMPLATE_CATEGORY" val="custom"/>
  <p:tag name="KSO_WM_UNIT_ID" val="custom852892_2*l_h_f*1_3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426.2661417322835,&quot;left&quot;:260.7042519685039,&quot;top&quot;:107.40181102362206,&quot;width&quot;:479.7107874015748}"/>
</p:tagLst>
</file>

<file path=ppt/tags/tag103.xml><?xml version="1.0" encoding="utf-8"?>
<p:tagLst xmlns:p="http://schemas.openxmlformats.org/presentationml/2006/main">
  <p:tag name="KSO_WM_UNIT_TYPE" val="l_h_i"/>
  <p:tag name="KSO_WM_UNIT_SUBTYPE" val="h"/>
  <p:tag name="KSO_WM_UNIT_INDEX" val="1_3_2"/>
  <p:tag name="KSO_WM_BEAUTIFY_FLAG" val="#wm#"/>
  <p:tag name="KSO_WM_TAG_VERSION" val="3.0"/>
  <p:tag name="KSO_WM_DIAGRAM_VERSION" val="3"/>
  <p:tag name="KSO_WM_TEMPLATE_INDEX" val="852892"/>
  <p:tag name="KSO_WM_TEMPLATE_CATEGORY" val="custom"/>
  <p:tag name="KSO_WM_UNIT_ID" val="custom852892_2*l_h_i*1_3_2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426.2661417322835,&quot;left&quot;:260.7042519685039,&quot;top&quot;:107.40181102362206,&quot;width&quot;:479.7107874015748}"/>
</p:tagLst>
</file>

<file path=ppt/tags/tag104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UNIT_PRESET_TEXT" val="3"/>
  <p:tag name="KSO_WM_TEMPLATE_INDEX" val="852892"/>
  <p:tag name="KSO_WM_TEMPLATE_CATEGORY" val="custom"/>
  <p:tag name="KSO_WM_UNIT_ID" val="custom852892_2*l_h_i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426.2661417322835,&quot;left&quot;:260.7042519685039,&quot;top&quot;:107.40181102362206,&quot;width&quot;:479.7107874015748}"/>
</p:tagLst>
</file>

<file path=ppt/tags/tag105.xml><?xml version="1.0" encoding="utf-8"?>
<p:tagLst xmlns:p="http://schemas.openxmlformats.org/presentationml/2006/main">
  <p:tag name="KSO_WM_DIAGRAM_VIRTUALLY_FRAME" val="{&quot;height&quot;:426.2661417322835,&quot;left&quot;:260.7042519685039,&quot;top&quot;:107.40181102362206,&quot;width&quot;:479.7107874015748}"/>
</p:tagLst>
</file>

<file path=ppt/tags/tag106.xml><?xml version="1.0" encoding="utf-8"?>
<p:tagLst xmlns:p="http://schemas.openxmlformats.org/presentationml/2006/main">
  <p:tag name="KSO_WM_UNIT_TYPE" val="l_h_f"/>
  <p:tag name="KSO_WM_UNIT_SUBTYPE" val="a"/>
  <p:tag name="KSO_WM_UNIT_INDEX" val="1_4_1"/>
  <p:tag name="KSO_WM_BEAUTIFY_FLAG" val="#wm#"/>
  <p:tag name="KSO_WM_TAG_VERSION" val="3.0"/>
  <p:tag name="KSO_WM_DIAGRAM_VERSION" val="3"/>
  <p:tag name="KSO_WM_UNIT_PRESET_TEXT" val="下阶段主要工作计划"/>
  <p:tag name="KSO_WM_TEMPLATE_INDEX" val="852892"/>
  <p:tag name="KSO_WM_TEMPLATE_CATEGORY" val="custom"/>
  <p:tag name="KSO_WM_UNIT_ID" val="custom852892_2*l_h_f*1_4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426.2661417322835,&quot;left&quot;:260.7042519685039,&quot;top&quot;:107.40181102362206,&quot;width&quot;:479.7107874015748}"/>
</p:tagLst>
</file>

<file path=ppt/tags/tag107.xml><?xml version="1.0" encoding="utf-8"?>
<p:tagLst xmlns:p="http://schemas.openxmlformats.org/presentationml/2006/main">
  <p:tag name="KSO_WM_UNIT_TYPE" val="l_h_i"/>
  <p:tag name="KSO_WM_UNIT_SUBTYPE" val="h"/>
  <p:tag name="KSO_WM_UNIT_INDEX" val="1_4_2"/>
  <p:tag name="KSO_WM_BEAUTIFY_FLAG" val="#wm#"/>
  <p:tag name="KSO_WM_TAG_VERSION" val="3.0"/>
  <p:tag name="KSO_WM_DIAGRAM_VERSION" val="3"/>
  <p:tag name="KSO_WM_TEMPLATE_INDEX" val="852892"/>
  <p:tag name="KSO_WM_TEMPLATE_CATEGORY" val="custom"/>
  <p:tag name="KSO_WM_UNIT_ID" val="custom852892_2*l_h_i*1_4_2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426.2661417322835,&quot;left&quot;:260.7042519685039,&quot;top&quot;:107.40181102362206,&quot;width&quot;:479.7107874015748}"/>
</p:tagLst>
</file>

<file path=ppt/tags/tag108.xml><?xml version="1.0" encoding="utf-8"?>
<p:tagLst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UNIT_PRESET_TEXT" val="4"/>
  <p:tag name="KSO_WM_TEMPLATE_INDEX" val="852892"/>
  <p:tag name="KSO_WM_TEMPLATE_CATEGORY" val="custom"/>
  <p:tag name="KSO_WM_UNIT_ID" val="custom852892_2*l_h_i*1_3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426.2661417322835,&quot;left&quot;:260.7042519685039,&quot;top&quot;:107.40181102362206,&quot;width&quot;:479.7107874015748}"/>
</p:tagLst>
</file>

<file path=ppt/tags/tag109.xml><?xml version="1.0" encoding="utf-8"?>
<p:tagLst xmlns:p="http://schemas.openxmlformats.org/presentationml/2006/main">
  <p:tag name="KSO_WM_DIAGRAM_VIRTUALLY_FRAME" val="{&quot;height&quot;:426.2661417322835,&quot;left&quot;:260.7042519685039,&quot;top&quot;:107.40181102362206,&quot;width&quot;:479.7107874015748}"/>
</p:tagLst>
</file>

<file path=ppt/tags/tag110.xml><?xml version="1.0" encoding="utf-8"?>
<p:tagLst xmlns:p="http://schemas.openxmlformats.org/presentationml/2006/main">
  <p:tag name="KSO_WM_UNIT_TYPE" val="l_h_f"/>
  <p:tag name="KSO_WM_UNIT_SUBTYPE" val="a"/>
  <p:tag name="KSO_WM_UNIT_INDEX" val="1_5_1"/>
  <p:tag name="KSO_WM_BEAUTIFY_FLAG" val="#wm#"/>
  <p:tag name="KSO_WM_TAG_VERSION" val="3.0"/>
  <p:tag name="KSO_WM_DIAGRAM_VERSION" val="3"/>
  <p:tag name="KSO_WM_UNIT_PRESET_TEXT" val="答辩环节"/>
  <p:tag name="KSO_WM_TEMPLATE_INDEX" val="852892"/>
  <p:tag name="KSO_WM_TEMPLATE_CATEGORY" val="custom"/>
  <p:tag name="KSO_WM_UNIT_ID" val="custom852892_2*l_h_f*1_5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426.2661417322835,&quot;left&quot;:260.7042519685039,&quot;top&quot;:107.40181102362206,&quot;width&quot;:479.7107874015748}"/>
</p:tagLst>
</file>

<file path=ppt/tags/tag111.xml><?xml version="1.0" encoding="utf-8"?>
<p:tagLst xmlns:p="http://schemas.openxmlformats.org/presentationml/2006/main">
  <p:tag name="KSO_WM_UNIT_TYPE" val="l_h_i"/>
  <p:tag name="KSO_WM_UNIT_SUBTYPE" val="h"/>
  <p:tag name="KSO_WM_UNIT_INDEX" val="1_5_1"/>
  <p:tag name="KSO_WM_BEAUTIFY_FLAG" val="#wm#"/>
  <p:tag name="KSO_WM_TAG_VERSION" val="3.0"/>
  <p:tag name="KSO_WM_DIAGRAM_VERSION" val="3"/>
  <p:tag name="KSO_WM_TEMPLATE_INDEX" val="852892"/>
  <p:tag name="KSO_WM_TEMPLATE_CATEGORY" val="custom"/>
  <p:tag name="KSO_WM_UNIT_ID" val="custom852892_2*l_h_i*1_5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426.2661417322835,&quot;left&quot;:260.7042519685039,&quot;top&quot;:107.40181102362206,&quot;width&quot;:479.7107874015748}"/>
</p:tagLst>
</file>

<file path=ppt/tags/tag112.xml><?xml version="1.0" encoding="utf-8"?>
<p:tagLst xmlns:p="http://schemas.openxmlformats.org/presentationml/2006/main">
  <p:tag name="KSO_WM_UNIT_TYPE" val="l_h_i"/>
  <p:tag name="KSO_WM_UNIT_SUBTYPE" val="d"/>
  <p:tag name="KSO_WM_UNIT_INDEX" val="1_4_1"/>
  <p:tag name="KSO_WM_BEAUTIFY_FLAG" val="#wm#"/>
  <p:tag name="KSO_WM_TAG_VERSION" val="3.0"/>
  <p:tag name="KSO_WM_DIAGRAM_VERSION" val="3"/>
  <p:tag name="KSO_WM_UNIT_PRESET_TEXT" val="5"/>
  <p:tag name="KSO_WM_TEMPLATE_INDEX" val="852892"/>
  <p:tag name="KSO_WM_TEMPLATE_CATEGORY" val="custom"/>
  <p:tag name="KSO_WM_UNIT_ID" val="custom852892_2*l_h_i*1_4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426.2661417322835,&quot;left&quot;:260.7042519685039,&quot;top&quot;:107.40181102362206,&quot;width&quot;:479.7107874015748}"/>
</p:tagLst>
</file>

<file path=ppt/tags/tag113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TEMPLATE_PLACEHOLDER_POS" val="304,90,960,540"/>
  <p:tag name="KSO_WM_TEMPLATE_PLACEHOLDER_POS2" val="304,72.7804,960,540"/>
  <p:tag name="KSO_WM_SLIDE_SUBTYPE" val="diag"/>
  <p:tag name="KSO_WM_SLIDE_ITEM_CNT" val="5"/>
  <p:tag name="KSO_WM_TEMPLATE_INDEX" val="852892"/>
  <p:tag name="KSO_WM_SLIDE_THEME_ID" val="20239221"/>
  <p:tag name="KSO_WM_SLIDE_INDEX" val="2"/>
  <p:tag name="KSO_WM_BEAUTIFY_FLAG" val="#wm#"/>
  <p:tag name="KSO_WM_TEMPLATE_CATEGORY" val="custom"/>
  <p:tag name="KSO_WM_ASSEMBLE_CHIP_INDEX" val="diag"/>
  <p:tag name="KSO_WM_DIAGRAM_GROUP_CODE" val="l1-1"/>
  <p:tag name="KSO_WM_SLIDE_ID" val="custom852892_2"/>
  <p:tag name="KSO_WM_SLIDE_LAYOUT" val="a_l"/>
  <p:tag name="KSO_WM_SLIDE_LAYOUT_CNT" val="1_1"/>
</p:tagLst>
</file>

<file path=ppt/tags/tag11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DIAGRAM_GROUP_CODE" val="l1-1"/>
  <p:tag name="KSO_WM_DIAGRAM_COLOR_TRICK" val="1"/>
  <p:tag name="KSO_WM_DIAGRAM_COLOR_TEXT_CAN_REMOVE" val="n"/>
  <p:tag name="KSO_WM_UNIT_ID" val="custom852892_2*a*1"/>
  <p:tag name="KSO_WM_UNIT_LAYERLEVEL" val="1"/>
  <p:tag name="KSO_WM_TEMPLATE_INDEX" val="852892"/>
  <p:tag name="KSO_WM_TEMPLATE_CATEGORY" val="custom"/>
</p:tagLst>
</file>

<file path=ppt/tags/tag115.xml><?xml version="1.0" encoding="utf-8"?>
<p:tagLst xmlns:p="http://schemas.openxmlformats.org/presentationml/2006/main">
  <p:tag name="KSO_WM_DIAGRAM_VIRTUALLY_FRAME" val="{&quot;height&quot;:306.99818897637795,&quot;left&quot;:260.7,&quot;top&quot;:107.40181102362206,&quot;width&quot;:479.7150393700787}"/>
</p:tagLst>
</file>

<file path=ppt/tags/tag116.xml><?xml version="1.0" encoding="utf-8"?>
<p:tagLst xmlns:p="http://schemas.openxmlformats.org/presentationml/2006/main">
  <p:tag name="KSO_WM_UNIT_TYPE" val="l_h_f"/>
  <p:tag name="KSO_WM_UNIT_SUBTYPE" val="a"/>
  <p:tag name="KSO_WM_UNIT_INDEX" val="1_1_1"/>
  <p:tag name="KSO_WM_BEAUTIFY_FLAG" val="#wm#"/>
  <p:tag name="KSO_WM_TAG_VERSION" val="3.0"/>
  <p:tag name="KSO_WM_DIAGRAM_VERSION" val="3"/>
  <p:tag name="KSO_WM_UNIT_PRESET_TEXT" val="岗位角色认知和试用期工作目标"/>
  <p:tag name="KSO_WM_TEMPLATE_INDEX" val="852892"/>
  <p:tag name="KSO_WM_TEMPLATE_CATEGORY" val="custom"/>
  <p:tag name="KSO_WM_UNIT_ID" val="custom852892_2*l_h_f*1_1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306.99818897637795,&quot;left&quot;:260.7,&quot;top&quot;:107.40181102362206,&quot;width&quot;:479.7150393700787}"/>
</p:tagLst>
</file>

<file path=ppt/tags/tag117.xml><?xml version="1.0" encoding="utf-8"?>
<p:tagLst xmlns:p="http://schemas.openxmlformats.org/presentationml/2006/main">
  <p:tag name="KSO_WM_UNIT_TYPE" val="l_h_i"/>
  <p:tag name="KSO_WM_UNIT_SUBTYPE" val="h"/>
  <p:tag name="KSO_WM_UNIT_INDEX" val="1_1_3"/>
  <p:tag name="KSO_WM_BEAUTIFY_FLAG" val="#wm#"/>
  <p:tag name="KSO_WM_TAG_VERSION" val="3.0"/>
  <p:tag name="KSO_WM_DIAGRAM_VERSION" val="3"/>
  <p:tag name="KSO_WM_TEMPLATE_INDEX" val="852892"/>
  <p:tag name="KSO_WM_TEMPLATE_CATEGORY" val="custom"/>
  <p:tag name="KSO_WM_UNIT_ID" val="custom852892_2*l_h_i*1_1_3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306.99818897637795,&quot;left&quot;:260.7,&quot;top&quot;:107.40181102362206,&quot;width&quot;:479.7150393700787}"/>
</p:tagLst>
</file>

<file path=ppt/tags/tag118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UNIT_PRESET_TEXT" val="1"/>
  <p:tag name="KSO_WM_TEMPLATE_INDEX" val="852892"/>
  <p:tag name="KSO_WM_TEMPLATE_CATEGORY" val="custom"/>
  <p:tag name="KSO_WM_UNIT_ID" val="custom852892_2*l_h_i*1_1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306.99818897637795,&quot;left&quot;:260.7,&quot;top&quot;:107.40181102362206,&quot;width&quot;:479.7150393700787}"/>
</p:tagLst>
</file>

<file path=ppt/tags/tag119.xml><?xml version="1.0" encoding="utf-8"?>
<p:tagLst xmlns:p="http://schemas.openxmlformats.org/presentationml/2006/main">
  <p:tag name="KSO_WM_DIAGRAM_VIRTUALLY_FRAME" val="{&quot;height&quot;:306.99818897637795,&quot;left&quot;:260.7,&quot;top&quot;:107.40181102362206,&quot;width&quot;:479.7150393700787}"/>
</p:tagLst>
</file>

<file path=ppt/tags/tag120.xml><?xml version="1.0" encoding="utf-8"?>
<p:tagLst xmlns:p="http://schemas.openxmlformats.org/presentationml/2006/main">
  <p:tag name="KSO_WM_UNIT_TYPE" val="l_h_f"/>
  <p:tag name="KSO_WM_UNIT_SUBTYPE" val="a"/>
  <p:tag name="KSO_WM_UNIT_INDEX" val="1_2_1"/>
  <p:tag name="KSO_WM_BEAUTIFY_FLAG" val="#wm#"/>
  <p:tag name="KSO_WM_TAG_VERSION" val="3.0"/>
  <p:tag name="KSO_WM_DIAGRAM_VERSION" val="3"/>
  <p:tag name="KSO_WM_UNIT_PRESET_TEXT" val="工作结果展示和总结"/>
  <p:tag name="KSO_WM_TEMPLATE_INDEX" val="852892"/>
  <p:tag name="KSO_WM_TEMPLATE_CATEGORY" val="custom"/>
  <p:tag name="KSO_WM_UNIT_ID" val="custom852892_2*l_h_f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306.99818897637795,&quot;left&quot;:260.7,&quot;top&quot;:107.40181102362206,&quot;width&quot;:479.7150393700787}"/>
</p:tagLst>
</file>

<file path=ppt/tags/tag121.xml><?xml version="1.0" encoding="utf-8"?>
<p:tagLst xmlns:p="http://schemas.openxmlformats.org/presentationml/2006/main">
  <p:tag name="KSO_WM_UNIT_TYPE" val="l_h_i"/>
  <p:tag name="KSO_WM_UNIT_SUBTYPE" val="h"/>
  <p:tag name="KSO_WM_UNIT_INDEX" val="1_2_2"/>
  <p:tag name="KSO_WM_BEAUTIFY_FLAG" val="#wm#"/>
  <p:tag name="KSO_WM_TAG_VERSION" val="3.0"/>
  <p:tag name="KSO_WM_DIAGRAM_VERSION" val="3"/>
  <p:tag name="KSO_WM_TEMPLATE_INDEX" val="852892"/>
  <p:tag name="KSO_WM_TEMPLATE_CATEGORY" val="custom"/>
  <p:tag name="KSO_WM_UNIT_ID" val="custom852892_2*l_h_i*1_2_2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306.99818897637795,&quot;left&quot;:260.7,&quot;top&quot;:107.40181102362206,&quot;width&quot;:479.7150393700787}"/>
</p:tagLst>
</file>

<file path=ppt/tags/tag122.xml><?xml version="1.0" encoding="utf-8"?>
<p:tagLst xmlns:p="http://schemas.openxmlformats.org/presentationml/2006/main">
  <p:tag name="KSO_WM_UNIT_TYPE" val="l_h_i"/>
  <p:tag name="KSO_WM_UNIT_SUBTYPE" val="d"/>
  <p:tag name="KSO_WM_UNIT_INDEX" val="1_1_2"/>
  <p:tag name="KSO_WM_BEAUTIFY_FLAG" val="#wm#"/>
  <p:tag name="KSO_WM_TAG_VERSION" val="3.0"/>
  <p:tag name="KSO_WM_DIAGRAM_VERSION" val="3"/>
  <p:tag name="KSO_WM_UNIT_PRESET_TEXT" val="2"/>
  <p:tag name="KSO_WM_TEMPLATE_INDEX" val="852892"/>
  <p:tag name="KSO_WM_TEMPLATE_CATEGORY" val="custom"/>
  <p:tag name="KSO_WM_UNIT_ID" val="custom852892_2*l_h_i*1_1_2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306.99818897637795,&quot;left&quot;:260.7,&quot;top&quot;:107.40181102362206,&quot;width&quot;:479.7150393700787}"/>
</p:tagLst>
</file>

<file path=ppt/tags/tag123.xml><?xml version="1.0" encoding="utf-8"?>
<p:tagLst xmlns:p="http://schemas.openxmlformats.org/presentationml/2006/main">
  <p:tag name="KSO_WM_DIAGRAM_VIRTUALLY_FRAME" val="{&quot;height&quot;:306.99818897637795,&quot;left&quot;:260.7,&quot;top&quot;:107.40181102362206,&quot;width&quot;:479.7150393700787}"/>
</p:tagLst>
</file>

<file path=ppt/tags/tag124.xml><?xml version="1.0" encoding="utf-8"?>
<p:tagLst xmlns:p="http://schemas.openxmlformats.org/presentationml/2006/main">
  <p:tag name="KSO_WM_UNIT_TYPE" val="l_h_f"/>
  <p:tag name="KSO_WM_UNIT_SUBTYPE" val="a"/>
  <p:tag name="KSO_WM_UNIT_INDEX" val="1_3_1"/>
  <p:tag name="KSO_WM_BEAUTIFY_FLAG" val="#wm#"/>
  <p:tag name="KSO_WM_TAG_VERSION" val="3.0"/>
  <p:tag name="KSO_WM_DIAGRAM_VERSION" val="3"/>
  <p:tag name="KSO_WM_UNIT_PRESET_TEXT" val="工作感悟和建议"/>
  <p:tag name="KSO_WM_TEMPLATE_INDEX" val="852892"/>
  <p:tag name="KSO_WM_TEMPLATE_CATEGORY" val="custom"/>
  <p:tag name="KSO_WM_UNIT_ID" val="custom852892_2*l_h_f*1_3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306.99818897637795,&quot;left&quot;:260.7,&quot;top&quot;:107.40181102362206,&quot;width&quot;:479.7150393700787}"/>
</p:tagLst>
</file>

<file path=ppt/tags/tag125.xml><?xml version="1.0" encoding="utf-8"?>
<p:tagLst xmlns:p="http://schemas.openxmlformats.org/presentationml/2006/main">
  <p:tag name="KSO_WM_UNIT_TYPE" val="l_h_i"/>
  <p:tag name="KSO_WM_UNIT_SUBTYPE" val="h"/>
  <p:tag name="KSO_WM_UNIT_INDEX" val="1_3_2"/>
  <p:tag name="KSO_WM_BEAUTIFY_FLAG" val="#wm#"/>
  <p:tag name="KSO_WM_TAG_VERSION" val="3.0"/>
  <p:tag name="KSO_WM_DIAGRAM_VERSION" val="3"/>
  <p:tag name="KSO_WM_TEMPLATE_INDEX" val="852892"/>
  <p:tag name="KSO_WM_TEMPLATE_CATEGORY" val="custom"/>
  <p:tag name="KSO_WM_UNIT_ID" val="custom852892_2*l_h_i*1_3_2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306.99818897637795,&quot;left&quot;:260.7,&quot;top&quot;:107.40181102362206,&quot;width&quot;:479.7150393700787}"/>
</p:tagLst>
</file>

<file path=ppt/tags/tag126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UNIT_PRESET_TEXT" val="3"/>
  <p:tag name="KSO_WM_TEMPLATE_INDEX" val="852892"/>
  <p:tag name="KSO_WM_TEMPLATE_CATEGORY" val="custom"/>
  <p:tag name="KSO_WM_UNIT_ID" val="custom852892_2*l_h_i*1_2_1"/>
  <p:tag name="KSO_WM_DIAGRAM_GROUP_CODE" val="l1-1"/>
  <p:tag name="KSO_WM_DIAGRAM_COLOR_TRICK" val="1"/>
  <p:tag name="KSO_WM_DIAGRAM_COLOR_TEXT_CAN_REMOVE" val="n"/>
  <p:tag name="KSO_WM_UNIT_LAYERLEVEL" val="1_1_1"/>
  <p:tag name="KSO_WM_DIAGRAM_VIRTUALLY_FRAME" val="{&quot;height&quot;:306.99818897637795,&quot;left&quot;:260.7,&quot;top&quot;:107.40181102362206,&quot;width&quot;:479.7150393700787}"/>
</p:tagLst>
</file>

<file path=ppt/tags/tag127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TEMPLATE_PLACEHOLDER_POS" val="304,90,960,540"/>
  <p:tag name="KSO_WM_TEMPLATE_PLACEHOLDER_POS2" val="304,72.7804,960,540"/>
  <p:tag name="KSO_WM_SLIDE_SUBTYPE" val="diag"/>
  <p:tag name="KSO_WM_SLIDE_ITEM_CNT" val="5"/>
  <p:tag name="KSO_WM_TEMPLATE_INDEX" val="852892"/>
  <p:tag name="KSO_WM_SLIDE_THEME_ID" val="20239221"/>
  <p:tag name="KSO_WM_SLIDE_INDEX" val="2"/>
  <p:tag name="KSO_WM_BEAUTIFY_FLAG" val="#wm#"/>
  <p:tag name="KSO_WM_TEMPLATE_CATEGORY" val="custom"/>
  <p:tag name="KSO_WM_ASSEMBLE_CHIP_INDEX" val="diag"/>
  <p:tag name="KSO_WM_DIAGRAM_GROUP_CODE" val="l1-1"/>
  <p:tag name="KSO_WM_SLIDE_ID" val="custom852892_2"/>
  <p:tag name="KSO_WM_SLIDE_LAYOUT" val="a_l"/>
  <p:tag name="KSO_WM_SLIDE_LAYOUT_CNT" val="1_1"/>
</p:tagLst>
</file>

<file path=ppt/tags/tag128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852892_3*a*1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129.xml><?xml version="1.0" encoding="utf-8"?>
<p:tagLst xmlns:p="http://schemas.openxmlformats.org/presentationml/2006/main">
  <p:tag name="KSO_WM_UNIT_TYPE" val="e"/>
  <p:tag name="KSO_WM_UNIT_INDEX" val="1"/>
  <p:tag name="KSO_WM_UNIT_SUBTYPE" val=""/>
  <p:tag name="KSO_WM_UNIT_PRESET_TEXT" val="01"/>
  <p:tag name="KSO_WM_UNIT_ID" val="custom852892_3*e*1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130.xml><?xml version="1.0" encoding="utf-8"?>
<p:tagLst xmlns:p="http://schemas.openxmlformats.org/presentationml/2006/main">
  <p:tag name="KSO_WM_SLIDE_TYPE" val="sectionTitle"/>
  <p:tag name="KSO_WM_TEMPLATE_INDEX" val="852892"/>
  <p:tag name="KSO_WM_SLIDE_THEME_ID" val="20236343"/>
  <p:tag name="KSO_WM_SLIDE_INDEX" val="3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852892_3"/>
  <p:tag name="KSO_WM_SLIDE_LAYOUT" val="a_e"/>
  <p:tag name="KSO_WM_SLIDE_LAYOUT_CNT" val="1_1"/>
</p:tagLst>
</file>

<file path=ppt/tags/tag13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779*7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3147_1*l_h_d*1_1_1"/>
  <p:tag name="KSO_WM_TEMPLATE_CATEGORY" val="diagram"/>
  <p:tag name="KSO_WM_TEMPLATE_INDEX" val="2023314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5.1413385826772,&quot;left&quot;:73.35057745024915,&quot;top&quot;:141.69007874015747,&quot;width&quot;:812.9407348632812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13"/>
  <p:tag name="MH_PIC_SOURCE_TYPE" val="ai_match*VCG211398888422**1746877932854_100.100_5a38cadeaafa-slide-5"/>
</p:tagLst>
</file>

<file path=ppt/tags/tag13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147_1*l_h_f*1_1_1"/>
  <p:tag name="KSO_WM_TEMPLATE_CATEGORY" val="diagram"/>
  <p:tag name="KSO_WM_TEMPLATE_INDEX" val="2023314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1413385826772,&quot;left&quot;:73.35057745024915,&quot;top&quot;:141.69007874015747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添加文本内容，简明扼要地阐述您的观点。根据需要可酌情增减文字"/>
  <p:tag name="KSO_WM_UNIT_TEXT_FILL_FORE_SCHEMECOLOR_INDEX" val="1"/>
  <p:tag name="KSO_WM_UNIT_TEXT_FILL_TYPE" val="1"/>
</p:tagLst>
</file>

<file path=ppt/tags/tag13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147_1*l_h_a*1_1_1"/>
  <p:tag name="KSO_WM_TEMPLATE_CATEGORY" val="diagram"/>
  <p:tag name="KSO_WM_TEMPLATE_INDEX" val="2023314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1413385826772,&quot;left&quot;:73.35057745024915,&quot;top&quot;:141.69007874015747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</p:tagLst>
</file>

<file path=ppt/tags/tag13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779*7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3147_1*l_h_d*1_2_1"/>
  <p:tag name="KSO_WM_TEMPLATE_CATEGORY" val="diagram"/>
  <p:tag name="KSO_WM_TEMPLATE_INDEX" val="2023314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65.1413385826772,&quot;left&quot;:73.35057745024915,&quot;top&quot;:141.69007874015747,&quot;width&quot;:812.9407348632812}"/>
  <p:tag name="KSO_WM_DIAGRAM_COLOR_MATCH_VALUE" val="{&quot;shape&quot;:{&quot;fill&quot;:{&quot;solid&quot;:{&quot;brightness&quot;:0,&quot;colorType&quot;:1,&quot;foreColorIndex&quot;:5,&quot;transparency&quot;:0.5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UNIT_FILL_TYPE" val="1"/>
  <p:tag name="KSO_WM_UNIT_FILL_FORE_SCHEMECOLOR_INDEX" val="5"/>
  <p:tag name="KSO_WM_UNIT_FILL_FORE_SCHEMECOLOR_INDEX_BRIGHTNESS" val="0"/>
  <p:tag name="KSO_WM_UNIT_LINE_FORE_SCHEMECOLOR_INDEX" val="13"/>
</p:tagLst>
</file>

<file path=ppt/tags/tag13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147_1*l_h_f*1_2_1"/>
  <p:tag name="KSO_WM_TEMPLATE_CATEGORY" val="diagram"/>
  <p:tag name="KSO_WM_TEMPLATE_INDEX" val="2023314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1413385826772,&quot;left&quot;:73.35057745024915,&quot;top&quot;:141.69007874015747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添加文本内容，简明扼要地阐述您的观点。根据需要可酌情增减文字"/>
  <p:tag name="KSO_WM_UNIT_TEXT_FILL_FORE_SCHEMECOLOR_INDEX" val="1"/>
  <p:tag name="KSO_WM_UNIT_TEXT_FILL_TYPE" val="1"/>
</p:tagLst>
</file>

<file path=ppt/tags/tag1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147_1*l_h_a*1_2_1"/>
  <p:tag name="KSO_WM_TEMPLATE_CATEGORY" val="diagram"/>
  <p:tag name="KSO_WM_TEMPLATE_INDEX" val="20233147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5.1413385826772,&quot;left&quot;:73.35057745024915,&quot;top&quot;:141.69007874015747,&quot;width&quot;:812.9407348632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</p:tagLst>
</file>

<file path=ppt/tags/tag13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custom852892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852892"/>
  <p:tag name="KSO_WM_TEMPLATE_CATEGORY" val="custom"/>
</p:tagLst>
</file>

<file path=ppt/tags/tag138.xml><?xml version="1.0" encoding="utf-8"?>
<p:tagLst xmlns:p="http://schemas.openxmlformats.org/presentationml/2006/main">
  <p:tag name="KSO_WM_SLIDE_ID" val="diagram20233147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3147"/>
  <p:tag name="KSO_WM_SLIDE_TYPE" val="text"/>
  <p:tag name="KSO_WM_SLIDE_SUBTYPE" val="diag"/>
  <p:tag name="KSO_WM_SLIDE_SIZE" val="812.941*336.878"/>
  <p:tag name="KSO_WM_SLIDE_POSITION" val="73.3256*155.822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39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852892_3*a*1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140.xml><?xml version="1.0" encoding="utf-8"?>
<p:tagLst xmlns:p="http://schemas.openxmlformats.org/presentationml/2006/main">
  <p:tag name="KSO_WM_UNIT_TYPE" val="e"/>
  <p:tag name="KSO_WM_UNIT_INDEX" val="1"/>
  <p:tag name="KSO_WM_UNIT_SUBTYPE" val=""/>
  <p:tag name="KSO_WM_UNIT_PRESET_TEXT" val="01"/>
  <p:tag name="KSO_WM_UNIT_ID" val="custom852892_3*e*1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141.xml><?xml version="1.0" encoding="utf-8"?>
<p:tagLst xmlns:p="http://schemas.openxmlformats.org/presentationml/2006/main">
  <p:tag name="KSO_WM_SLIDE_TYPE" val="sectionTitle"/>
  <p:tag name="KSO_WM_TEMPLATE_INDEX" val="852892"/>
  <p:tag name="KSO_WM_SLIDE_THEME_ID" val="20236343"/>
  <p:tag name="KSO_WM_SLIDE_INDEX" val="3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852892_3"/>
  <p:tag name="KSO_WM_SLIDE_LAYOUT" val="a_e"/>
  <p:tag name="KSO_WM_SLIDE_LAYOUT_CNT" val="1_1"/>
</p:tagLst>
</file>

<file path=ppt/tags/tag14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custom852892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852892"/>
  <p:tag name="KSO_WM_TEMPLATE_CATEGORY" val="custom"/>
</p:tagLst>
</file>

<file path=ppt/tags/tag143.xml><?xml version="1.0" encoding="utf-8"?>
<p:tagLst xmlns:p="http://schemas.openxmlformats.org/presentationml/2006/main">
  <p:tag name="KSO_WM_BEAUTIFY_FLAG" val="#wm#"/>
  <p:tag name="KSO_WM_TEMPLATE_CATEGORY" val="diagram"/>
  <p:tag name="KSO_WM_TEMPLATE_INDEX" val="20233143"/>
  <p:tag name="KSO_WM_SLIDE_ID" val="diagram20233143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DIAGRAM_GROUP_CODE" val="l1-1"/>
  <p:tag name="KSO_WM_SLIDE_DIAGTYPE" val="l"/>
  <p:tag name="KSO_WM_TAG_VERSION" val="3.0"/>
  <p:tag name="KSO_WM_SLIDE_LAYOUT" val="a_l"/>
  <p:tag name="KSO_WM_SLIDE_LAYOUT_CNT" val="1_1"/>
  <p:tag name="KSO_WM_SLIDE_TYPE" val="text"/>
  <p:tag name="KSO_WM_SLIDE_SUBTYPE" val="diag"/>
  <p:tag name="KSO_WM_SLIDE_SIZE" val="758.775*370.283"/>
  <p:tag name="KSO_WM_SLIDE_POSITION" val="101.1*127.023"/>
</p:tagLst>
</file>

<file path=ppt/tags/tag144.xml><?xml version="1.0" encoding="utf-8"?>
<p:tagLst xmlns:p="http://schemas.openxmlformats.org/presentationml/2006/main">
  <p:tag name="KSO_WM_UNIT_VALUE" val="952*3384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2484_1*d*1"/>
  <p:tag name="KSO_WM_TEMPLATE_CATEGORY" val="custom"/>
  <p:tag name="KSO_WM_TEMPLATE_INDEX" val="20232484"/>
  <p:tag name="KSO_WM_UNIT_LAYERLEVEL" val="1"/>
  <p:tag name="KSO_WM_TAG_VERSION" val="3.0"/>
  <p:tag name="KSO_WM_BEAUTIFY_FLAG" val="#wm#"/>
  <p:tag name="KSO_WM_DIAGRAM_GROUP_CODE" val="l1-1"/>
  <p:tag name="KSO_WM_UNIT_LINE_FORE_SCHEMECOLOR_INDEX" val="1"/>
  <p:tag name="KSO_WM_UNIT_LINE_FILL_TYPE" val="2"/>
  <p:tag name="KSO_WM_UNIT_USESOURCEFORMAT_APPLY" val="1"/>
  <p:tag name="KSO_WM_UNIT_PICTURE_SUBTYPE" val="a"/>
  <p:tag name="MH_PIC_SOURCE_TYPE" val="ai_match*TextGenerateImg**1746877932854_100.100_5a38cadeaafa-slide-6"/>
</p:tagLst>
</file>

<file path=ppt/tags/tag14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2484_1*i*1"/>
  <p:tag name="KSO_WM_TEMPLATE_CATEGORY" val="custom"/>
  <p:tag name="KSO_WM_TEMPLATE_INDEX" val="20232484"/>
  <p:tag name="KSO_WM_UNIT_LAYERLEVEL" val="1"/>
  <p:tag name="KSO_WM_TAG_VERSION" val="3.0"/>
  <p:tag name="KSO_WM_UNIT_FILL_FORE_SCHEMECOLOR_INDEX" val="2"/>
  <p:tag name="KSO_WM_UNIT_FILL_TYPE" val="1"/>
  <p:tag name="KSO_WM_UNIT_LINE_FORE_SCHEMECOLOR_INDEX" val="5"/>
  <p:tag name="KSO_WM_UNIT_LINE_FILL_TYPE" val="2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14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2484_1*a*1"/>
  <p:tag name="KSO_WM_TEMPLATE_CATEGORY" val="custom"/>
  <p:tag name="KSO_WM_TEMPLATE_INDEX" val="20232484"/>
  <p:tag name="KSO_WM_UNIT_LAYERLEVEL" val="1"/>
  <p:tag name="KSO_WM_TAG_VERSION" val="3.0"/>
  <p:tag name="KSO_WM_BEAUTIFY_FLAG" val="#wm#"/>
  <p:tag name="KSO_WM_DIAGRAM_GROUP_CODE" val="l1-1"/>
  <p:tag name="KSO_WM_UNIT_USESOURCEFORMAT_APPLY" val="1"/>
  <p:tag name="KSO_WM_UNIT_PRESET_TEXT" val="单击此处添加标题"/>
  <p:tag name="KSO_WM_UNIT_TEXT_TYPE" val="1"/>
</p:tagLst>
</file>

<file path=ppt/tags/tag14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2476_3*l_h_f*1_1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5,&quot;left&quot;:120.25,&quot;top&quot;:340.60007874015747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UNIT_PRESET_TEXT" val="单击此处输入你的项正文，请尽量言简意赅的阐述观点，单击此处输入你的项正文。"/>
</p:tagLst>
</file>

<file path=ppt/tags/tag14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2476_3*l_h_a*1_1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5,&quot;left&quot;:120.25,&quot;top&quot;:340.60007874015747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添加项标题"/>
  <p:tag name="KSO_WM_UNIT_TEXT_FILL_FORE_SCHEMECOLOR_INDEX" val="1"/>
  <p:tag name="KSO_WM_UNIT_TEXT_FILL_TYPE" val="1"/>
</p:tagLst>
</file>

<file path=ppt/tags/tag14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2476_3*l_h_f*1_3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5,&quot;left&quot;:120.25,&quot;top&quot;:340.60007874015747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UNIT_PRESET_TEXT" val="单击此处输入你的项正文，请尽量言简意赅的阐述观点，单击此处输入你的项正文。"/>
</p:tagLst>
</file>

<file path=ppt/tags/tag15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2476_3*l_h_a*1_3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5,&quot;left&quot;:120.25,&quot;top&quot;:340.60007874015747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添加项标题"/>
  <p:tag name="KSO_WM_UNIT_TEXT_FILL_FORE_SCHEMECOLOR_INDEX" val="1"/>
  <p:tag name="KSO_WM_UNIT_TEXT_FILL_TYPE" val="1"/>
</p:tagLst>
</file>

<file path=ppt/tags/tag15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2476_3*l_h_f*1_2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5,&quot;left&quot;:120.25,&quot;top&quot;:340.60007874015747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EXT_LAYER_COUNT" val="1"/>
  <p:tag name="KSO_WM_UNIT_PRESET_TEXT" val="单击此处输入你的项正文，请尽量言简意赅的阐述观点，单击此处输入你的项正文。"/>
</p:tagLst>
</file>

<file path=ppt/tags/tag15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2476_3*l_h_a*1_2_1"/>
  <p:tag name="KSO_WM_TEMPLATE_CATEGORY" val="diagram"/>
  <p:tag name="KSO_WM_TEMPLATE_INDEX" val="20232476"/>
  <p:tag name="KSO_WM_UNIT_LAYERLEVEL" val="1_1_1"/>
  <p:tag name="KSO_WM_TAG_VERSION" val="3.0"/>
  <p:tag name="KSO_WM_BEAUTIFY_FLAG" val="#wm#"/>
  <p:tag name="KSO_WM_DIAGRAM_MAX_ITEMCNT" val="3"/>
  <p:tag name="KSO_WM_DIAGRAM_MIN_ITEMCNT" val="1"/>
  <p:tag name="KSO_WM_DIAGRAM_VIRTUALLY_FRAME" val="{&quot;height&quot;:132.15,&quot;left&quot;:120.25,&quot;top&quot;:340.60007874015747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单击此处添加项标题"/>
  <p:tag name="KSO_WM_UNIT_TEXT_FILL_FORE_SCHEMECOLOR_INDEX" val="1"/>
  <p:tag name="KSO_WM_UNIT_TEXT_FILL_TYPE" val="1"/>
</p:tagLst>
</file>

<file path=ppt/tags/tag153.xml><?xml version="1.0" encoding="utf-8"?>
<p:tagLst xmlns:p="http://schemas.openxmlformats.org/presentationml/2006/main">
  <p:tag name="KSO_WM_SLIDE_ID" val="custom20232484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TAG_VERSION" val="3.0"/>
  <p:tag name="KSO_WM_BEAUTIFY_FLAG" val="#wm#"/>
  <p:tag name="KSO_WM_TEMPLATE_CATEGORY" val="custom"/>
  <p:tag name="KSO_WM_TEMPLATE_INDEX" val="20232484"/>
  <p:tag name="KSO_WM_SLIDE_TYPE" val="text"/>
  <p:tag name="KSO_WM_SLIDE_SUBTYPE" val="picTxt"/>
  <p:tag name="KSO_WM_SLIDE_SIZE" val="746*95.95"/>
  <p:tag name="KSO_WM_SLIDE_POSITION" val="120.25*376.775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154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852892_3*a*1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155.xml><?xml version="1.0" encoding="utf-8"?>
<p:tagLst xmlns:p="http://schemas.openxmlformats.org/presentationml/2006/main">
  <p:tag name="KSO_WM_UNIT_TYPE" val="e"/>
  <p:tag name="KSO_WM_UNIT_INDEX" val="1"/>
  <p:tag name="KSO_WM_UNIT_SUBTYPE" val=""/>
  <p:tag name="KSO_WM_UNIT_PRESET_TEXT" val="01"/>
  <p:tag name="KSO_WM_UNIT_ID" val="custom852892_3*e*1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156.xml><?xml version="1.0" encoding="utf-8"?>
<p:tagLst xmlns:p="http://schemas.openxmlformats.org/presentationml/2006/main">
  <p:tag name="KSO_WM_SLIDE_TYPE" val="sectionTitle"/>
  <p:tag name="KSO_WM_TEMPLATE_INDEX" val="852892"/>
  <p:tag name="KSO_WM_SLIDE_THEME_ID" val="20236343"/>
  <p:tag name="KSO_WM_SLIDE_INDEX" val="3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852892_3"/>
  <p:tag name="KSO_WM_SLIDE_LAYOUT" val="a_e"/>
  <p:tag name="KSO_WM_SLIDE_LAYOUT_CNT" val="1_1"/>
</p:tagLst>
</file>

<file path=ppt/tags/tag15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custom852892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852892"/>
  <p:tag name="KSO_WM_TEMPLATE_CATEGORY" val="custom"/>
</p:tagLst>
</file>

<file path=ppt/tags/tag158.xml><?xml version="1.0" encoding="utf-8"?>
<p:tagLst xmlns:p="http://schemas.openxmlformats.org/presentationml/2006/main">
  <p:tag name="KSO_WM_SLIDE_ID" val="diagram20233231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TAG_VERSION" val="3.0"/>
  <p:tag name="KSO_WM_BEAUTIFY_FLAG" val="#wm#"/>
  <p:tag name="KSO_WM_TEMPLATE_CATEGORY" val="diagram"/>
  <p:tag name="KSO_WM_TEMPLATE_INDEX" val="20233231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SIZE" val="743.975*371.752"/>
  <p:tag name="KSO_WM_SLIDE_POSITION" val="108.013*125.029"/>
</p:tagLst>
</file>

<file path=ppt/tags/tag159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852892_3*a*1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160.xml><?xml version="1.0" encoding="utf-8"?>
<p:tagLst xmlns:p="http://schemas.openxmlformats.org/presentationml/2006/main">
  <p:tag name="KSO_WM_UNIT_TYPE" val="e"/>
  <p:tag name="KSO_WM_UNIT_INDEX" val="1"/>
  <p:tag name="KSO_WM_UNIT_SUBTYPE" val=""/>
  <p:tag name="KSO_WM_UNIT_PRESET_TEXT" val="01"/>
  <p:tag name="KSO_WM_UNIT_ID" val="custom852892_3*e*1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161.xml><?xml version="1.0" encoding="utf-8"?>
<p:tagLst xmlns:p="http://schemas.openxmlformats.org/presentationml/2006/main">
  <p:tag name="KSO_WM_SLIDE_TYPE" val="sectionTitle"/>
  <p:tag name="KSO_WM_TEMPLATE_INDEX" val="852892"/>
  <p:tag name="KSO_WM_SLIDE_THEME_ID" val="20236343"/>
  <p:tag name="KSO_WM_SLIDE_INDEX" val="3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852892_3"/>
  <p:tag name="KSO_WM_SLIDE_LAYOUT" val="a_e"/>
  <p:tag name="KSO_WM_SLIDE_LAYOUT_CNT" val="1_1"/>
</p:tagLst>
</file>

<file path=ppt/tags/tag16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custom852892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852892"/>
  <p:tag name="KSO_WM_TEMPLATE_CATEGORY" val="custom"/>
</p:tagLst>
</file>

<file path=ppt/tags/tag163.xml><?xml version="1.0" encoding="utf-8"?>
<p:tagLst xmlns:p="http://schemas.openxmlformats.org/presentationml/2006/main">
  <p:tag name="KSO_WM_SLIDE_ID" val="diagram20233335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3335"/>
  <p:tag name="KSO_WM_SLIDE_TYPE" val="text"/>
  <p:tag name="KSO_WM_SLIDE_SUBTYPE" val="diag"/>
  <p:tag name="KSO_WM_SLIDE_SIZE" val="849.95*352.7"/>
  <p:tag name="KSO_WM_SLIDE_POSITION" val="54.75*140.3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4*a*1"/>
  <p:tag name="KSO_WM_TEMPLATE_CATEGORY" val="diagram"/>
  <p:tag name="KSO_WM_TEMPLATE_INDEX" val="2023245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5"/>
  <p:tag name="KSO_WM_DIAGRAM_GROUP_CODE" val="l1-1"/>
  <p:tag name="KSO_WM_UNIT_TYPE" val="a"/>
  <p:tag name="KSO_WM_UNIT_INDEX" val="1"/>
  <p:tag name="KSO_WM_UNIT_PRESET_TEXT" val="单击此处添加标题"/>
  <p:tag name="KSO_WM_UNIT_TEXT_TYPE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3*l_i*1_1"/>
  <p:tag name="KSO_WM_TEMPLATE_CATEGORY" val="diagram"/>
  <p:tag name="KSO_WM_TEMPLATE_INDEX" val="20232454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left&quot;:-0.33048005351865867,&quot;top&quot;:121.5004332390733,&quot;width&quot;:960.33056640625}"/>
  <p:tag name="KSO_WM_DIAGRAM_COLOR_MATCH_VALUE" val="{&quot;shape&quot;:{&quot;fill&quot;:{&quot;solid&quot;:{&quot;brightness&quot;:0,&quot;colorType&quot;:1,&quot;foreColorIndex&quot;:5,&quot;transparency&quot;:0.3300000131130218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3*l_i*1_2"/>
  <p:tag name="KSO_WM_TEMPLATE_CATEGORY" val="diagram"/>
  <p:tag name="KSO_WM_TEMPLATE_INDEX" val="20232454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left&quot;:-0.33048005351865867,&quot;top&quot;:121.5004332390733,&quot;width&quot;:960.33056640625}"/>
  <p:tag name="KSO_WM_DIAGRAM_COLOR_MATCH_VALUE" val="{&quot;shape&quot;:{&quot;fill&quot;:{&quot;gradient&quot;:[{&quot;brightness&quot;:0,&quot;colorType&quot;:1,&quot;foreColorIndex&quot;:5,&quot;pos&quot;:0,&quot;transparency&quot;:0.25},{&quot;brightness&quot;:0,&quot;colorType&quot;:1,&quot;foreColorIndex&quot;:5,&quot;pos&quot;:0.6800000071525574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3*l_i*1_3"/>
  <p:tag name="KSO_WM_TEMPLATE_CATEGORY" val="diagram"/>
  <p:tag name="KSO_WM_TEMPLATE_INDEX" val="20232454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3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left&quot;:-0.33048005351865867,&quot;top&quot;:121.5004332390733,&quot;width&quot;:960.33056640625}"/>
  <p:tag name="KSO_WM_DIAGRAM_COLOR_MATCH_VALUE" val="{&quot;shape&quot;:{&quot;fill&quot;:{&quot;solid&quot;:{&quot;brightness&quot;:0,&quot;colorType&quot;:1,&quot;foreColorIndex&quot;:5,&quot;transparency&quot;:0.870000004768371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3*l_h_i*1_1_2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left&quot;:-0.33048005351865867,&quot;top&quot;:121.5004332390733,&quot;width&quot;:960.330566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2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2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2454_3*l_h_i*1_1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left&quot;:-0.33048005351865867,&quot;top&quot;:121.5004332390733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</p:tagLst>
</file>

<file path=ppt/tags/tag17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2454_3*l_h_f*1_1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left&quot;:-0.33048005351865867,&quot;top&quot;:121.5004332390733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项正文，文字是思想的提炼，请尽量言简意赅的阐述观点，单击此处输入项正文，文字是思想的提炼"/>
  <p:tag name="KSO_WM_UNIT_TEXT_FILL_FORE_SCHEMECOLOR_INDEX" val="1"/>
  <p:tag name="KSO_WM_UNIT_TEXT_FILL_TYPE" val="1"/>
  <p:tag name="KSO_WM_UNIT_TEXT_TYPE" val="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3*l_h_i*1_2_2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left&quot;:-0.33048005351865867,&quot;top&quot;:121.5004332390733,&quot;width&quot;:960.330566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2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2454_3*l_h_i*1_2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left&quot;:-0.33048005351865867,&quot;top&quot;:121.5004332390733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</p:tagLst>
</file>

<file path=ppt/tags/tag17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2454_3*l_h_f*1_2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left&quot;:-0.33048005351865867,&quot;top&quot;:121.5004332390733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项正文，文字是思想的提炼，请尽量言简意赅的阐述观点，单击此处输入项正文，文字是思想的提炼"/>
  <p:tag name="KSO_WM_UNIT_TEXT_FILL_FORE_SCHEMECOLOR_INDEX" val="1"/>
  <p:tag name="KSO_WM_UNIT_TEXT_FILL_TYPE" val="1"/>
  <p:tag name="KSO_WM_UNIT_TEXT_TYPE" val="1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3*l_h_i*1_3_2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left&quot;:-0.33048005351865867,&quot;top&quot;:121.5004332390733,&quot;width&quot;:960.330566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2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20232454_3*l_h_i*1_3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left&quot;:-0.33048005351865867,&quot;top&quot;:121.5004332390733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</p:tagLst>
</file>

<file path=ppt/tags/tag17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2454_3*l_h_f*1_3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left&quot;:-0.33048005351865867,&quot;top&quot;:121.5004332390733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项正文，文字是思想的提炼，请尽量言简意赅的阐述观点，单击此处输入项正文，文字是思想的提炼"/>
  <p:tag name="KSO_WM_UNIT_TEXT_FILL_FORE_SCHEMECOLOR_INDEX" val="1"/>
  <p:tag name="KSO_WM_UNIT_TEXT_FILL_TYPE" val="1"/>
  <p:tag name="KSO_WM_UNIT_TEXT_TYPE" val="1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2454_3*l_h_i*1_4_2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2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left&quot;:-0.33048005351865867,&quot;top&quot;:121.5004332390733,&quot;width&quot;:960.330566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2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diagram20232454_3*l_h_i*1_4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left&quot;:-0.33048005351865867,&quot;top&quot;:121.5004332390733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</p:tagLst>
</file>

<file path=ppt/tags/tag17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2454_3*l_h_f*1_4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left&quot;:-0.33048005351865867,&quot;top&quot;:121.5004332390733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项正文，文字是思想的提炼，请尽量言简意赅的阐述观点，单击此处输入项正文，文字是思想的提炼"/>
  <p:tag name="KSO_WM_UNIT_TEXT_FILL_FORE_SCHEMECOLOR_INDEX" val="1"/>
  <p:tag name="KSO_WM_UNIT_TEXT_FILL_TYPE" val="1"/>
  <p:tag name="KSO_WM_UNIT_TEXT_TYPE" val="1"/>
</p:tagLst>
</file>

<file path=ppt/tags/tag1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2454_3*l_h_a*1_1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left&quot;:-0.33048005351865867,&quot;top&quot;:121.5004332390733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2454_3*l_h_x*1_1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150*150"/>
  <p:tag name="KSO_WM_UNIT_TYPE" val="l_h_x"/>
  <p:tag name="KSO_WM_UNIT_INDEX" val="1_1_1"/>
  <p:tag name="KSO_WM_DIAGRAM_MAX_ITEMCNT" val="5"/>
  <p:tag name="KSO_WM_DIAGRAM_MIN_ITEMCNT" val="2"/>
  <p:tag name="KSO_WM_DIAGRAM_VIRTUALLY_FRAME" val="{&quot;height&quot;:418.8055114746094,&quot;left&quot;:-0.33048005351865867,&quot;top&quot;:121.5004332390733,&quot;width&quot;:960.33056640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2454_3*l_h_a*1_2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left&quot;:-0.33048005351865867,&quot;top&quot;:121.5004332390733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2454_3*l_h_x*1_2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136*140"/>
  <p:tag name="KSO_WM_UNIT_TYPE" val="l_h_x"/>
  <p:tag name="KSO_WM_UNIT_INDEX" val="1_2_1"/>
  <p:tag name="KSO_WM_DIAGRAM_MAX_ITEMCNT" val="5"/>
  <p:tag name="KSO_WM_DIAGRAM_MIN_ITEMCNT" val="2"/>
  <p:tag name="KSO_WM_DIAGRAM_VIRTUALLY_FRAME" val="{&quot;height&quot;:418.8055114746094,&quot;left&quot;:-0.33048005351865867,&quot;top&quot;:121.5004332390733,&quot;width&quot;:960.33056640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2454_3*l_h_a*1_3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left&quot;:-0.33048005351865867,&quot;top&quot;:121.5004332390733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2454_3*l_h_x*1_3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150*137"/>
  <p:tag name="KSO_WM_UNIT_TYPE" val="l_h_x"/>
  <p:tag name="KSO_WM_UNIT_INDEX" val="1_3_1"/>
  <p:tag name="KSO_WM_DIAGRAM_MAX_ITEMCNT" val="5"/>
  <p:tag name="KSO_WM_DIAGRAM_MIN_ITEMCNT" val="2"/>
  <p:tag name="KSO_WM_DIAGRAM_VIRTUALLY_FRAME" val="{&quot;height&quot;:418.8055114746094,&quot;left&quot;:-0.33048005351865867,&quot;top&quot;:121.5004332390733,&quot;width&quot;:960.33056640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2454_3*l_h_a*1_4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5"/>
  <p:tag name="KSO_WM_DIAGRAM_MIN_ITEMCNT" val="2"/>
  <p:tag name="KSO_WM_DIAGRAM_VIRTUALLY_FRAME" val="{&quot;height&quot;:418.8055114746094,&quot;left&quot;:-0.33048005351865867,&quot;top&quot;:121.5004332390733,&quot;width&quot;:960.330566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FILL_FORE_SCHEMECOLOR_INDEX" val="1"/>
  <p:tag name="KSO_WM_UNIT_TEXT_FILL_TYPE" val="1"/>
  <p:tag name="KSO_WM_UNIT_TEXT_TYPE" val="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2454_3*l_h_x*1_4_1"/>
  <p:tag name="KSO_WM_TEMPLATE_CATEGORY" val="diagram"/>
  <p:tag name="KSO_WM_TEMPLATE_INDEX" val="2023245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150*108"/>
  <p:tag name="KSO_WM_UNIT_TYPE" val="l_h_x"/>
  <p:tag name="KSO_WM_UNIT_INDEX" val="1_4_1"/>
  <p:tag name="KSO_WM_DIAGRAM_MAX_ITEMCNT" val="5"/>
  <p:tag name="KSO_WM_DIAGRAM_MIN_ITEMCNT" val="2"/>
  <p:tag name="KSO_WM_DIAGRAM_VIRTUALLY_FRAME" val="{&quot;height&quot;:418.8055114746094,&quot;left&quot;:-0.33048005351865867,&quot;top&quot;:121.5004332390733,&quot;width&quot;:960.33056640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88.xml><?xml version="1.0" encoding="utf-8"?>
<p:tagLst xmlns:p="http://schemas.openxmlformats.org/presentationml/2006/main">
  <p:tag name="KSO_WM_SLIDE_ID" val="diagram20232454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2454"/>
  <p:tag name="KSO_WM_SLIDE_TYPE" val="text"/>
  <p:tag name="KSO_WM_SLIDE_SUBTYPE" val="diag"/>
  <p:tag name="KSO_WM_SLIDE_SIZE" val="960.331*418.806"/>
  <p:tag name="KSO_WM_SLIDE_POSITION" val="-0.330472*121.50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89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852892_3*a*1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190.xml><?xml version="1.0" encoding="utf-8"?>
<p:tagLst xmlns:p="http://schemas.openxmlformats.org/presentationml/2006/main">
  <p:tag name="KSO_WM_UNIT_TYPE" val="e"/>
  <p:tag name="KSO_WM_UNIT_INDEX" val="1"/>
  <p:tag name="KSO_WM_UNIT_SUBTYPE" val=""/>
  <p:tag name="KSO_WM_UNIT_PRESET_TEXT" val="01"/>
  <p:tag name="KSO_WM_UNIT_ID" val="custom852892_3*e*1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191.xml><?xml version="1.0" encoding="utf-8"?>
<p:tagLst xmlns:p="http://schemas.openxmlformats.org/presentationml/2006/main">
  <p:tag name="KSO_WM_SLIDE_TYPE" val="sectionTitle"/>
  <p:tag name="KSO_WM_TEMPLATE_INDEX" val="852892"/>
  <p:tag name="KSO_WM_SLIDE_THEME_ID" val="20236343"/>
  <p:tag name="KSO_WM_SLIDE_INDEX" val="3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852892_3"/>
  <p:tag name="KSO_WM_SLIDE_LAYOUT" val="a_e"/>
  <p:tag name="KSO_WM_SLIDE_LAYOUT_CNT" val="1_1"/>
</p:tagLst>
</file>

<file path=ppt/tags/tag19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0968_1*l_h_i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66.2639465332031,&quot;left&quot;:54.8,&quot;top&quot;:111.1931054735559,&quot;width&quot;:850.4503937007873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_BRIGHTNESS" val="-0.1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UNIT_FILL_TYPE" val="1"/>
  <p:tag name="KSO_WM_UNIT_FILL_FORE_SCHEMECOLOR_INDEX" val="13"/>
  <p:tag name="KSO_WM_UNIT_FILL_FORE_SCHEMECOLOR_INDEX_BRIGHTNESS" val="0.6"/>
  <p:tag name="KSO_WM_UNIT_LINE_FORE_SCHEMECOLOR_INDEX" val="13"/>
</p:tagLst>
</file>

<file path=ppt/tags/tag19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17*139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0968_1*l_h_d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66.2639465332031,&quot;left&quot;:54.8,&quot;top&quot;:111.1931054735559,&quot;width&quot;:850.4503937007873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PICTURE_SUBTYPE" val="b"/>
  <p:tag name="MH_PIC_SOURCE_TYPE" val="ai_match*VCG41N1372419198**1746877932854_100.100_5a38cadeaafa-slide-15"/>
</p:tagLst>
</file>

<file path=ppt/tags/tag1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68_1*l_h_a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6.2639465332031,&quot;left&quot;:54.8,&quot;top&quot;:111.1931054735559,&quot;width&quot;:850.45039370078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PRESET_TEXT" val="添加标题"/>
  <p:tag name="KSO_WM_UNIT_TEXT_FILL_FORE_SCHEMECOLOR_INDEX" val="1"/>
  <p:tag name="KSO_WM_UNIT_TEXT_FILL_TYPE" val="1"/>
  <p:tag name="KSO_WM_UNIT_TEXT_TYPE" val="1"/>
</p:tagLst>
</file>

<file path=ppt/tags/tag19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0968_1*l_h_f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6.2639465332031,&quot;left&quot;:54.8,&quot;top&quot;:111.1931054735559,&quot;width&quot;:850.45039370078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文字是您思想的提炼，请尽量言简意赅的阐述观点。"/>
  <p:tag name="KSO_WM_UNIT_TEXT_FILL_FORE_SCHEMECOLOR_INDEX" val="1"/>
  <p:tag name="KSO_WM_UNIT_TEXT_FILL_TYPE" val="1"/>
  <p:tag name="KSO_WM_UNIT_TEXT_TYPE" val="1"/>
  <p:tag name="KSO_WM_UNIT_TEXT_LAYER_COUNT" val="1"/>
</p:tagLst>
</file>

<file path=ppt/tags/tag19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0968_1*l_h_i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66.2639465332031,&quot;left&quot;:54.8,&quot;top&quot;:111.1931054735559,&quot;width&quot;:850.450393700787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FILL_TYPE" val="1"/>
  <p:tag name="KSO_WM_UNIT_FILL_FORE_SCHEMECOLOR_INDEX" val="5"/>
  <p:tag name="KSO_WM_UNIT_FILL_FORE_SCHEMECOLOR_INDEX_BRIGHTNESS" val="0"/>
  <p:tag name="KSO_WM_UNIT_LINE_FORE_SCHEMECOLOR_INDEX" val="5"/>
</p:tagLst>
</file>

<file path=ppt/tags/tag19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68_1*l_h_a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6.2639465332031,&quot;left&quot;:54.8,&quot;top&quot;:111.1931054735559,&quot;width&quot;:850.45039370078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TEXT_FILL_TYPE" val="1"/>
  <p:tag name="KSO_WM_UNIT_PRESET_TEXT" val="添加标题"/>
  <p:tag name="KSO_WM_UNIT_TEXT_TYPE" val="1"/>
</p:tagLst>
</file>

<file path=ppt/tags/tag19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0968_1*l_h_f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66.2639465332031,&quot;left&quot;:54.8,&quot;top&quot;:111.1931054735559,&quot;width&quot;:850.450393700787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TEXT_FILL_TYPE" val="1"/>
  <p:tag name="KSO_WM_UNIT_PRESET_TEXT" val="单击此处输入你的项正文，文字是您思想的提炼，请尽量言简意赅的阐述观点。"/>
  <p:tag name="KSO_WM_UNIT_TEXT_TYPE" val="1"/>
  <p:tag name="KSO_WM_UNIT_TEXT_LAYER_COUNT" val="1"/>
</p:tagLst>
</file>

<file path=ppt/tags/tag19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17*139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0968_1*l_h_d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66.2639465332031,&quot;left&quot;:54.8,&quot;top&quot;:111.1931054735559,&quot;width&quot;:850.4503937007873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PICTURE_SUBTYPE" val="b"/>
</p:tagLst>
</file>

<file path=ppt/tags/tag20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custom852892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852892"/>
  <p:tag name="KSO_WM_TEMPLATE_CATEGORY" val="custom"/>
</p:tagLst>
</file>

<file path=ppt/tags/tag201.xml><?xml version="1.0" encoding="utf-8"?>
<p:tagLst xmlns:p="http://schemas.openxmlformats.org/presentationml/2006/main">
  <p:tag name="KSO_WM_SLIDE_ID" val="diagram20230968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0968"/>
  <p:tag name="KSO_WM_SLIDE_TYPE" val="text"/>
  <p:tag name="KSO_WM_SLIDE_SUBTYPE" val="diag"/>
  <p:tag name="KSO_WM_SLIDE_SIZE" val="850.4*365.625"/>
  <p:tag name="KSO_WM_SLIDE_POSITION" val="54.8*111.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0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custom852892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852892"/>
  <p:tag name="KSO_WM_TEMPLATE_CATEGORY" val="custom"/>
</p:tagLst>
</file>

<file path=ppt/tags/tag203.xml><?xml version="1.0" encoding="utf-8"?>
<p:tagLst xmlns:p="http://schemas.openxmlformats.org/presentationml/2006/main">
  <p:tag name="KSO_WM_BEAUTIFY_FLAG" val="#wm#"/>
  <p:tag name="KSO_WM_TEMPLATE_CATEGORY" val="custom"/>
  <p:tag name="KSO_WM_TEMPLATE_MASTER_TYPE" val="0"/>
  <p:tag name="KSO_WM_TEMPLATE_COLOR_TYPE" val="0"/>
  <p:tag name="KSO_WM_DIAGRAM_GROUP_CODE" val="l1-1"/>
  <p:tag name="KSO_WM_SLIDE_DIAGTYPE" val="l"/>
  <p:tag name="KSO_WM_SLIDE_LAYOUT" val="a_l"/>
  <p:tag name="KSO_WM_SLIDE_LAYOUT_CNT" val="1_1"/>
  <p:tag name="KSO_WM_SLIDE_TYPE" val="text"/>
  <p:tag name="KSO_WM_SLIDE_SUBTYPE" val="picTxt"/>
  <p:tag name="KSO_WM_SLIDE_SIZE" val="733.461*299.866"/>
  <p:tag name="KSO_WM_SLIDE_POSITION" val="113.224*171.087"/>
  <p:tag name="KSO_WM_TEMPLATE_INDEX" val="20233278"/>
  <p:tag name="KSO_WM_TEMPLATE_SUBCATEGORY" val="0"/>
  <p:tag name="KSO_WM_SLIDE_INDEX" val="1"/>
  <p:tag name="KSO_WM_TAG_VERSION" val="3.0"/>
  <p:tag name="KSO_WM_SLIDE_ID" val="custom20233278_1"/>
  <p:tag name="KSO_WM_SLIDE_ITEM_CNT" val="6"/>
</p:tagLst>
</file>

<file path=ppt/tags/tag204.xml><?xml version="1.0" encoding="utf-8"?>
<p:tagLst xmlns:p="http://schemas.openxmlformats.org/presentationml/2006/main">
  <p:tag name="KSO_WM_BEAUTIFY_FLAG" val="#wm#"/>
  <p:tag name="KSO_WM_TEMPLATE_CATEGORY" val="custom"/>
  <p:tag name="KSO_WM_TEMPLATE_INDEX" val="20233278"/>
</p:tagLst>
</file>

<file path=ppt/tags/tag205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852892_3*a*1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206.xml><?xml version="1.0" encoding="utf-8"?>
<p:tagLst xmlns:p="http://schemas.openxmlformats.org/presentationml/2006/main">
  <p:tag name="KSO_WM_UNIT_TYPE" val="e"/>
  <p:tag name="KSO_WM_UNIT_INDEX" val="1"/>
  <p:tag name="KSO_WM_UNIT_SUBTYPE" val=""/>
  <p:tag name="KSO_WM_UNIT_PRESET_TEXT" val="01"/>
  <p:tag name="KSO_WM_UNIT_ID" val="custom852892_3*e*1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207.xml><?xml version="1.0" encoding="utf-8"?>
<p:tagLst xmlns:p="http://schemas.openxmlformats.org/presentationml/2006/main">
  <p:tag name="KSO_WM_SLIDE_TYPE" val="sectionTitle"/>
  <p:tag name="KSO_WM_TEMPLATE_INDEX" val="852892"/>
  <p:tag name="KSO_WM_SLIDE_THEME_ID" val="20236343"/>
  <p:tag name="KSO_WM_SLIDE_INDEX" val="3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852892_3"/>
  <p:tag name="KSO_WM_SLIDE_LAYOUT" val="a_e"/>
  <p:tag name="KSO_WM_SLIDE_LAYOUT_CNT" val="1_1"/>
</p:tagLst>
</file>

<file path=ppt/tags/tag20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custom852892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852892"/>
  <p:tag name="KSO_WM_TEMPLATE_CATEGORY" val="custom"/>
</p:tagLst>
</file>

<file path=ppt/tags/tag209.xml><?xml version="1.0" encoding="utf-8"?>
<p:tagLst xmlns:p="http://schemas.openxmlformats.org/presentationml/2006/main">
  <p:tag name="KSO_WM_SLIDE_ID" val="diagram20233147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3147"/>
  <p:tag name="KSO_WM_SLIDE_TYPE" val="text"/>
  <p:tag name="KSO_WM_SLIDE_SUBTYPE" val="diag"/>
  <p:tag name="KSO_WM_SLIDE_SIZE" val="812.941*336.878"/>
  <p:tag name="KSO_WM_SLIDE_POSITION" val="73.3256*155.822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1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custom852892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852892"/>
  <p:tag name="KSO_WM_TEMPLATE_CATEGORY" val="custom"/>
</p:tagLst>
</file>

<file path=ppt/tags/tag211.xml><?xml version="1.0" encoding="utf-8"?>
<p:tagLst xmlns:p="http://schemas.openxmlformats.org/presentationml/2006/main">
  <p:tag name="KSO_WM_SLIDE_ID" val="diagram20233147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3147"/>
  <p:tag name="KSO_WM_SLIDE_TYPE" val="text"/>
  <p:tag name="KSO_WM_SLIDE_SUBTYPE" val="diag"/>
  <p:tag name="KSO_WM_SLIDE_SIZE" val="812.941*336.878"/>
  <p:tag name="KSO_WM_SLIDE_POSITION" val="73.3256*155.822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12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852892_3*a*1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213.xml><?xml version="1.0" encoding="utf-8"?>
<p:tagLst xmlns:p="http://schemas.openxmlformats.org/presentationml/2006/main">
  <p:tag name="KSO_WM_UNIT_TYPE" val="e"/>
  <p:tag name="KSO_WM_UNIT_INDEX" val="1"/>
  <p:tag name="KSO_WM_UNIT_SUBTYPE" val=""/>
  <p:tag name="KSO_WM_UNIT_PRESET_TEXT" val="01"/>
  <p:tag name="KSO_WM_UNIT_ID" val="custom852892_3*e*1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214.xml><?xml version="1.0" encoding="utf-8"?>
<p:tagLst xmlns:p="http://schemas.openxmlformats.org/presentationml/2006/main">
  <p:tag name="KSO_WM_SLIDE_TYPE" val="sectionTitle"/>
  <p:tag name="KSO_WM_TEMPLATE_INDEX" val="852892"/>
  <p:tag name="KSO_WM_SLIDE_THEME_ID" val="20236343"/>
  <p:tag name="KSO_WM_SLIDE_INDEX" val="3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852892_3"/>
  <p:tag name="KSO_WM_SLIDE_LAYOUT" val="a_e"/>
  <p:tag name="KSO_WM_SLIDE_LAYOUT_CNT" val="1_1"/>
</p:tagLst>
</file>

<file path=ppt/tags/tag21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1973_2*l_h_i*1_1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</p:tagLst>
</file>

<file path=ppt/tags/tag21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73_2*l_h_f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52"/>
  <p:tag name="KSO_WM_UNIT_TEXT_TYPE" val="1"/>
  <p:tag name="KSO_WM_UNIT_TEXT_LAYER_COUNT" val="1"/>
  <p:tag name="KSO_WM_UNIT_PRESET_TEXT" val="单击此处添加文本具体内容，简明扼要地阐述您的观点。根据需要可酌情增减文字，单击此处添加文本具体内容"/>
  <p:tag name="KSO_WM_UNIT_TEXT_FILL_FORE_SCHEMECOLOR_INDEX" val="1"/>
  <p:tag name="KSO_WM_UNIT_TEXT_FILL_TYPE" val="1"/>
</p:tagLst>
</file>

<file path=ppt/tags/tag21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73_2*l_h_i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1"/>
  <p:tag name="KSO_WM_UNIT_FILL_TYPE" val="1"/>
  <p:tag name="KSO_WM_UNIT_FILL_FORE_SCHEMECOLOR_INDEX" val="5"/>
  <p:tag name="KSO_WM_UNIT_FILL_FORE_SCHEMECOLOR_INDEX_BRIGHTNESS" val="0"/>
</p:tagLst>
</file>

<file path=ppt/tags/tag21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73_2*l_h_a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TEXT_TYPE" val="1"/>
  <p:tag name="KSO_WM_UNIT_PRESET_TEXT" val="添加标题"/>
  <p:tag name="KSO_WM_UNIT_TEXT_FILL_FORE_SCHEMECOLOR_INDEX" val="1"/>
  <p:tag name="KSO_WM_UNIT_TEXT_FILL_TYPE" val="1"/>
</p:tagLst>
</file>

<file path=ppt/tags/tag21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1973_2*l_h_i*1_2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</p:tagLst>
</file>

<file path=ppt/tags/tag22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73_2*l_h_f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。根据需要可酌情增减文字，单击此处添加文本具体内容"/>
  <p:tag name="KSO_WM_UNIT_TEXT_FILL_FORE_SCHEMECOLOR_INDEX" val="1"/>
  <p:tag name="KSO_WM_UNIT_TEXT_FILL_TYPE" val="1"/>
</p:tagLst>
</file>

<file path=ppt/tags/tag22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73_2*l_h_i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2"/>
  <p:tag name="KSO_WM_UNIT_FILL_TYPE" val="1"/>
  <p:tag name="KSO_WM_UNIT_FILL_FORE_SCHEMECOLOR_INDEX" val="5"/>
  <p:tag name="KSO_WM_UNIT_FILL_FORE_SCHEMECOLOR_INDEX_BRIGHTNESS" val="0"/>
</p:tagLst>
</file>

<file path=ppt/tags/tag22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73_2*l_h_a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TEXT_TYPE" val="1"/>
  <p:tag name="KSO_WM_UNIT_PRESET_TEXT" val="添加标题"/>
  <p:tag name="KSO_WM_UNIT_TEXT_FILL_FORE_SCHEMECOLOR_INDEX" val="1"/>
  <p:tag name="KSO_WM_UNIT_TEXT_FILL_TYPE" val="1"/>
</p:tagLst>
</file>

<file path=ppt/tags/tag22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1973_2*l_h_i*1_3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</p:tagLst>
</file>

<file path=ppt/tags/tag22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973_2*l_h_f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添加文本具体内容，简明扼要地阐述您的观点。根据需要可酌情增减文字，单击此处添加文本具体内容"/>
  <p:tag name="KSO_WM_UNIT_TEXT_FILL_FORE_SCHEMECOLOR_INDEX" val="1"/>
  <p:tag name="KSO_WM_UNIT_TEXT_FILL_TYPE" val="1"/>
</p:tagLst>
</file>

<file path=ppt/tags/tag22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973_2*l_h_i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3"/>
  <p:tag name="KSO_WM_UNIT_FILL_TYPE" val="1"/>
  <p:tag name="KSO_WM_UNIT_FILL_FORE_SCHEMECOLOR_INDEX" val="5"/>
  <p:tag name="KSO_WM_UNIT_FILL_FORE_SCHEMECOLOR_INDEX_BRIGHTNESS" val="0"/>
</p:tagLst>
</file>

<file path=ppt/tags/tag22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973_2*l_h_i*1_1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</p:tagLst>
</file>

<file path=ppt/tags/tag22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73_2*l_h_i*1_2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</p:tagLst>
</file>

<file path=ppt/tags/tag22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973_2*l_h_i*1_3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</p:tagLst>
</file>

<file path=ppt/tags/tag22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973_2*l_h_a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4998779296875,&quot;width&quot;:850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0"/>
  <p:tag name="KSO_WM_UNIT_TEXT_TYPE" val="1"/>
  <p:tag name="KSO_WM_UNIT_PRESET_TEXT" val="添加标题"/>
  <p:tag name="KSO_WM_UNIT_TEXT_FILL_FORE_SCHEMECOLOR_INDEX" val="1"/>
  <p:tag name="KSO_WM_UNIT_TEXT_FILL_TYPE" val="1"/>
</p:tagLst>
</file>

<file path=ppt/tags/tag23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custom852892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852892"/>
  <p:tag name="KSO_WM_TEMPLATE_CATEGORY" val="custom"/>
</p:tagLst>
</file>

<file path=ppt/tags/tag231.xml><?xml version="1.0" encoding="utf-8"?>
<p:tagLst xmlns:p="http://schemas.openxmlformats.org/presentationml/2006/main">
  <p:tag name="KSO_WM_SLIDE_ID" val="diagram20231973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850.35*326.55"/>
  <p:tag name="KSO_WM_SLIDE_POSITION" val="54.85*131.9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973"/>
  <p:tag name="KSO_WM_SLIDE_LAYOUT" val="a_l"/>
  <p:tag name="KSO_WM_SLIDE_LAYOUT_CNT" val="1_1"/>
  <p:tag name="KSO_WM_SPECIAL_SOURCE" val="bdnull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4969_1*i*1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4969_1*i*2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4969_1*i*3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4969_1*i*4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34969_1*i*5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custom20234969_1*i*6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custom20234969_1*i*7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custom20234969_1*i*8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custom20234969_1*i*9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custom20234969_1*i*10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4969_1*f*1"/>
  <p:tag name="KSO_WM_TEMPLATE_CATEGORY" val="custom"/>
  <p:tag name="KSO_WM_TEMPLATE_INDEX" val="20234969"/>
  <p:tag name="KSO_WM_UNIT_LAYERLEVEL" val="1"/>
  <p:tag name="KSO_WM_TAG_VERSION" val="3.0"/>
  <p:tag name="KSO_WM_BEAUTIFY_FLAG" val="#wm#"/>
  <p:tag name="KSO_WM_UNIT_TEXT_TYPE" val="1"/>
  <p:tag name="KSO_WM_UNIT_VALUE" val="432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</p:tagLst>
</file>

<file path=ppt/tags/tag24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custom852892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852892"/>
  <p:tag name="KSO_WM_TEMPLATE_CATEGORY" val="custom"/>
</p:tagLst>
</file>

<file path=ppt/tags/tag244.xml><?xml version="1.0" encoding="utf-8"?>
<p:tagLst xmlns:p="http://schemas.openxmlformats.org/presentationml/2006/main">
  <p:tag name="KSO_WM_SLIDE_ID" val="custom20234969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4969"/>
  <p:tag name="KSO_WM_SLIDE_TYPE" val="text"/>
  <p:tag name="KSO_WM_SLIDE_SUBTYPE" val="picTxt"/>
  <p:tag name="KSO_WM_SLIDE_SIZE" val="864*458"/>
  <p:tag name="KSO_WM_SLIDE_POSITION" val="47*28"/>
  <p:tag name="KSO_WM_SLIDE_LAYOUT" val="a_f"/>
  <p:tag name="KSO_WM_SLIDE_LAYOUT_CNT" val="1_1"/>
  <p:tag name="KSO_WM_SPECIAL_SOURCE" val="bdnull"/>
</p:tagLst>
</file>

<file path=ppt/tags/tag24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custom852892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852892"/>
  <p:tag name="KSO_WM_TEMPLATE_CATEGORY" val="custom"/>
</p:tagLst>
</file>

<file path=ppt/tags/tag246.xml><?xml version="1.0" encoding="utf-8"?>
<p:tagLst xmlns:p="http://schemas.openxmlformats.org/presentationml/2006/main">
  <p:tag name="KSO_WM_SLIDE_ID" val="diagram20230968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0968"/>
  <p:tag name="KSO_WM_SLIDE_TYPE" val="text"/>
  <p:tag name="KSO_WM_SLIDE_SUBTYPE" val="diag"/>
  <p:tag name="KSO_WM_SLIDE_SIZE" val="850.4*365.625"/>
  <p:tag name="KSO_WM_SLIDE_POSITION" val="54.8*111.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47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852892_3*a*1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248.xml><?xml version="1.0" encoding="utf-8"?>
<p:tagLst xmlns:p="http://schemas.openxmlformats.org/presentationml/2006/main">
  <p:tag name="KSO_WM_UNIT_TYPE" val="e"/>
  <p:tag name="KSO_WM_UNIT_INDEX" val="1"/>
  <p:tag name="KSO_WM_UNIT_SUBTYPE" val=""/>
  <p:tag name="KSO_WM_UNIT_PRESET_TEXT" val="01"/>
  <p:tag name="KSO_WM_UNIT_ID" val="custom852892_3*e*1"/>
  <p:tag name="KSO_WM_BEAUTIFY_FLAG" val="#wm#"/>
  <p:tag name="KSO_WM_TAG_VERSION" val="3.0"/>
  <p:tag name="KSO_WM_UNIT_LAYERLEVEL" val="1"/>
  <p:tag name="KSO_WM_TEMPLATE_INDEX" val="852892"/>
  <p:tag name="KSO_WM_TEMPLATE_CATEGORY" val="custom"/>
</p:tagLst>
</file>

<file path=ppt/tags/tag249.xml><?xml version="1.0" encoding="utf-8"?>
<p:tagLst xmlns:p="http://schemas.openxmlformats.org/presentationml/2006/main">
  <p:tag name="KSO_WM_SLIDE_TYPE" val="sectionTitle"/>
  <p:tag name="KSO_WM_TEMPLATE_INDEX" val="852892"/>
  <p:tag name="KSO_WM_SLIDE_THEME_ID" val="20236343"/>
  <p:tag name="KSO_WM_SLIDE_INDEX" val="3"/>
  <p:tag name="KSO_WM_BEAUTIFY_FLAG" val="#wm#"/>
  <p:tag name="KSO_WM_TEMPLATE_CATEGORY" val="custom"/>
  <p:tag name="KSO_WM_TEMPLATE_SUBCATEGORY" val="29"/>
  <p:tag name="KSO_WM_TAG_VERSION" val="3.0"/>
  <p:tag name="KSO_WM_TEMPLATE_COLOR_TYPE" val="0"/>
  <p:tag name="KSO_WM_SLIDE_SUBTYPE" val="pureTxt"/>
  <p:tag name="KSO_WM_SLIDE_ID" val="custom852892_3"/>
  <p:tag name="KSO_WM_SLIDE_LAYOUT" val="a_e"/>
  <p:tag name="KSO_WM_SLIDE_LAYOUT_CNT" val="1_1"/>
</p:tagLst>
</file>

<file path=ppt/tags/tag2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3233_1*a*1"/>
  <p:tag name="KSO_WM_TEMPLATE_CATEGORY" val="diagram"/>
  <p:tag name="KSO_WM_TEMPLATE_INDEX" val="20233233"/>
  <p:tag name="KSO_WM_UNIT_LAYERLEVEL" val="1"/>
  <p:tag name="KSO_WM_TAG_VERSION" val="3.0"/>
  <p:tag name="KSO_WM_BEAUTIFY_FLAG" val="#wm#"/>
  <p:tag name="KSO_WM_UNIT_TEXT_TYPE" val="1"/>
  <p:tag name="KSO_WM_UNIT_PRESET_TEXT" val="单击此处添加标题内容"/>
</p:tagLst>
</file>

<file path=ppt/tags/tag251.xml><?xml version="1.0" encoding="utf-8"?>
<p:tagLst xmlns:p="http://schemas.openxmlformats.org/presentationml/2006/main">
  <p:tag name="KSO_WM_BEAUTIFY_FLAG" val="#wm#"/>
  <p:tag name="KSO_WM_TEMPLATE_CATEGORY" val="diagram"/>
  <p:tag name="KSO_WM_TEMPLATE_INDEX" val="20233233"/>
  <p:tag name="KSO_WM_SLIDE_ID" val="diagram20233233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DIAGRAM_GROUP_CODE" val="l1-1"/>
  <p:tag name="KSO_WM_SLIDE_DIAGTYPE" val="l"/>
  <p:tag name="KSO_WM_TAG_VERSION" val="3.0"/>
  <p:tag name="KSO_WM_SLIDE_LAYOUT" val="a_l"/>
  <p:tag name="KSO_WM_SLIDE_LAYOUT_CNT" val="1_1"/>
  <p:tag name="KSO_WM_SLIDE_TYPE" val="text"/>
  <p:tag name="KSO_WM_SLIDE_SUBTYPE" val="diag"/>
  <p:tag name="KSO_WM_SLIDE_SIZE" val="850.394*348.539"/>
  <p:tag name="KSO_WM_SLIDE_POSITION" val="54.7501*124.973"/>
</p:tagLst>
</file>

<file path=ppt/tags/tag25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custom852892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852892"/>
  <p:tag name="KSO_WM_TEMPLATE_CATEGORY" val="custom"/>
</p:tagLst>
</file>

<file path=ppt/tags/tag253.xml><?xml version="1.0" encoding="utf-8"?>
<p:tagLst xmlns:p="http://schemas.openxmlformats.org/presentationml/2006/main">
  <p:tag name="KSO_WM_SLIDE_ID" val="diagram20233315_2"/>
  <p:tag name="KSO_WM_TEMPLATE_SUBCATEGORY" val="0"/>
  <p:tag name="KSO_WM_TEMPLATE_MASTER_TYPE" val="0"/>
  <p:tag name="KSO_WM_TEMPLATE_COLOR_TYPE" val="0"/>
  <p:tag name="KSO_WM_SLIDE_ITEM_CNT" val="4"/>
  <p:tag name="KSO_WM_SLIDE_INDEX" val="2"/>
  <p:tag name="KSO_WM_TAG_VERSION" val="3.0"/>
  <p:tag name="KSO_WM_BEAUTIFY_FLAG" val="#wm#"/>
  <p:tag name="KSO_WM_TEMPLATE_CATEGORY" val="diagram"/>
  <p:tag name="KSO_WM_TEMPLATE_INDEX" val="20233315"/>
  <p:tag name="KSO_WM_SLIDE_TYPE" val="text"/>
  <p:tag name="KSO_WM_SLIDE_SUBTYPE" val="diag"/>
  <p:tag name="KSO_WM_SLIDE_SIZE" val="850.394*297.555"/>
  <p:tag name="KSO_WM_SLIDE_POSITION" val="54.8032*139.28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54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TEMPLATE_PLACEHOLDER_POS" val="0,0,960,540"/>
  <p:tag name="KSO_WM_SLIDE_SUBTYPE" val="pureTxt"/>
  <p:tag name="KSO_WM_SLIDE_ITEM_CNT" val="0"/>
  <p:tag name="KSO_WM_TEMPLATE_INDEX" val="852892"/>
  <p:tag name="KSO_WM_SLIDE_THEME_ID" val="20232843"/>
  <p:tag name="KSO_WM_SLIDE_INDEX" val="5"/>
  <p:tag name="KSO_WM_BEAUTIFY_FLAG" val="#wm#"/>
  <p:tag name="KSO_WM_TEMPLATE_CATEGORY" val="custom"/>
  <p:tag name="KSO_WM_SLIDE_ID" val="custom852892_5"/>
</p:tagLst>
</file>

<file path=ppt/tags/tag255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0" tIns="0" rIns="0" bIns="144000" anchor="ctr">
        <a:norm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_2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2726</Words>
  <Application>WPS 演示</Application>
  <PresentationFormat>宽屏</PresentationFormat>
  <Paragraphs>404</Paragraphs>
  <Slides>29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MiSans Normal</vt:lpstr>
      <vt:lpstr>WPS</vt:lpstr>
      <vt:lpstr>Office 主题</vt:lpstr>
      <vt:lpstr>Office 主题_2</vt:lpstr>
      <vt:lpstr>XX AI系统落地方案</vt:lpstr>
      <vt:lpstr>目录</vt:lpstr>
      <vt:lpstr>目录</vt:lpstr>
      <vt:lpstr>第一步：明确目标</vt:lpstr>
      <vt:lpstr>场景目标</vt:lpstr>
      <vt:lpstr>第二步：场景识别</vt:lpstr>
      <vt:lpstr>场景评分</vt:lpstr>
      <vt:lpstr>财务回报ROI</vt:lpstr>
      <vt:lpstr>第三步：重塑流程</vt:lpstr>
      <vt:lpstr>流程重构</vt:lpstr>
      <vt:lpstr>小额理赔AI流程重构后的关键技术难点</vt:lpstr>
      <vt:lpstr>第四步：组织变革</vt:lpstr>
      <vt:lpstr>团队组建</vt:lpstr>
      <vt:lpstr>组织机制</vt:lpstr>
      <vt:lpstr>第五步：数据知识治理</vt:lpstr>
      <vt:lpstr>理赔数据及知识的治理管理</vt:lpstr>
      <vt:lpstr>理赔知识资产清单</vt:lpstr>
      <vt:lpstr>数据治理标注样例</vt:lpstr>
      <vt:lpstr>第六步：IT产品落地</vt:lpstr>
      <vt:lpstr>IT落地步骤</vt:lpstr>
      <vt:lpstr>产品Demo（需现场演示）</vt:lpstr>
      <vt:lpstr>第七步：AI融入业务</vt:lpstr>
      <vt:lpstr>系统测试、优化与部署：系统测试与优化</vt:lpstr>
      <vt:lpstr>系统测试、优化与部署</vt:lpstr>
      <vt:lpstr>集成与上线</vt:lpstr>
      <vt:lpstr>第八步：持续运营</vt:lpstr>
      <vt:lpstr>业务监控看板</vt:lpstr>
      <vt:lpstr>数据和知识刷新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李家贵</cp:lastModifiedBy>
  <cp:revision>175</cp:revision>
  <dcterms:created xsi:type="dcterms:W3CDTF">2019-06-19T02:08:00Z</dcterms:created>
  <dcterms:modified xsi:type="dcterms:W3CDTF">2026-07-21T10:35:34Z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C3CC5A7EEECA46E68B79061B0CF2AAB6_11</vt:lpwstr>
  </property>
</Properties>
</file>